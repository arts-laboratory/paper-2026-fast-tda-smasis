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7" r:id="rId3"/>
    <p:sldId id="268" r:id="rId4"/>
    <p:sldId id="269" r:id="rId5"/>
    <p:sldId id="271" r:id="rId6"/>
    <p:sldId id="273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EA008-82DD-4DE9-8E33-4EFB8D869763}" v="66" dt="2024-06-17T18:43:59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94"/>
  </p:normalViewPr>
  <p:slideViewPr>
    <p:cSldViewPr snapToGrid="0" snapToObjects="1">
      <p:cViewPr>
        <p:scale>
          <a:sx n="100" d="100"/>
          <a:sy n="100" d="100"/>
        </p:scale>
        <p:origin x="96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457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84E1E-E540-AC43-BC13-F90D553055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41BA6-039E-8F4D-B7F7-3C8E20B40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38C9C-4B69-864E-9EEE-DFA43CC144D2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69921-4617-FB4C-9847-172FF83023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0DCBB-D829-754E-9E76-36A9E3643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7A92-5E9C-F94E-8B11-4D34C67AD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1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61E-B1D6-C34D-A321-B3E90F6DE63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E603-0EE4-3042-9661-047EB577E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9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6703-D0F7-E745-A687-AC990D0C46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34056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FFF2-58E4-794E-892D-6FF45321C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39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7C03E-EF71-2C40-9E45-BF08314E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5991633"/>
            <a:ext cx="258783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7CA613-45CE-304E-89CD-A7CD3E387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74805" y="4461832"/>
            <a:ext cx="2842389" cy="18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ED37-4F17-3341-80DD-6302FD9C0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732-1F86-874D-B35F-F0D15E08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3372-CC48-6246-83C0-B536F3DC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CF31-8755-3E42-B89A-9D67D96D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35332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C8D6-6BCB-BD4B-B6E0-92A77800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099C-8353-F44E-8406-26AC07974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CC49-08EF-8048-B6B2-BC247008F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437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CBEF1-4544-884E-86EB-53741390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F880-2CCE-9044-8CE8-A7CF47CE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4323"/>
            <a:ext cx="2688771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3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9A27-C210-CF48-97F8-943B5EBAC6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cap="none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EC86A-0D15-764F-AA81-41016E20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33FAA-B5EA-C54D-A18B-17F16CA5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005974"/>
            <a:ext cx="2670958" cy="365125"/>
          </a:xfrm>
        </p:spPr>
        <p:txBody>
          <a:bodyPr/>
          <a:lstStyle/>
          <a:p>
            <a:fld id="{B4E9AFF7-6653-6A4D-A979-64D2F5BEC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396917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F37B-372F-0146-A20D-449355B254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67949"/>
            <a:ext cx="5493794" cy="1500187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Name:</a:t>
            </a:r>
          </a:p>
          <a:p>
            <a:pPr lvl="0"/>
            <a:r>
              <a:rPr lang="en-US" dirty="0"/>
              <a:t>Title:</a:t>
            </a:r>
          </a:p>
          <a:p>
            <a:pPr lvl="0"/>
            <a:r>
              <a:rPr lang="en-US" dirty="0"/>
              <a:t>Email: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9AC280-2351-6C45-82F9-60D04CD015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756810" y="5337313"/>
            <a:ext cx="4916491" cy="101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E78-1993-A540-9F01-A28635FB4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835866"/>
            <a:ext cx="10515600" cy="1186267"/>
          </a:xfrm>
        </p:spPr>
        <p:txBody>
          <a:bodyPr anchor="t">
            <a:normAutofit/>
          </a:bodyPr>
          <a:lstStyle>
            <a:lvl1pPr algn="ctr">
              <a:defRPr sz="360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Break</a:t>
            </a:r>
          </a:p>
        </p:txBody>
      </p:sp>
    </p:spTree>
    <p:extLst>
      <p:ext uri="{BB962C8B-B14F-4D97-AF65-F5344CB8AC3E}">
        <p14:creationId xmlns:p14="http://schemas.microsoft.com/office/powerpoint/2010/main" val="2613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BC199-4655-F541-83EE-721E1D08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45D78-BC86-6C4A-8173-07BC8BF4F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E362-4DC4-BA42-AD46-DCFCBF72C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004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B465-CD1B-7A41-8A74-7F4A07B23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00432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9AFF7-6653-6A4D-A979-64D2F5BECA2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8" r:id="rId5"/>
    <p:sldLayoutId id="2147483659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9F61-B891-3944-9E22-503B0C38A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Cholesky-Jacobi Eigenvalue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FB2FF-1748-1752-C51A-ED679CC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AFF7-6653-6A4D-A979-64D2F5BECA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669" y="658770"/>
            <a:ext cx="916368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/>
              <a:t>Technical </a:t>
            </a:r>
            <a:r>
              <a:rPr spc="-5" dirty="0"/>
              <a:t>Update: Computing Eigenvalues on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FPGA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480" y="1380130"/>
            <a:ext cx="732155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buChar char="•"/>
              <a:tabLst>
                <a:tab pos="236854" algn="l"/>
                <a:tab pos="237490" algn="l"/>
              </a:tabLst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Needed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develop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generalized eigenvalue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solver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that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could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run on an</a:t>
            </a:r>
            <a:r>
              <a:rPr sz="16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FPGA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9230" y="177383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9230" y="216118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9230" y="254853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270" y="1623858"/>
            <a:ext cx="9232900" cy="117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498600">
              <a:lnSpc>
                <a:spcPct val="158900"/>
              </a:lnSpc>
            </a:pP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Could not find anything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the literature for generalized eigenvalues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solved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on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lang="en-US" sz="1600" spc="-10" dirty="0">
                <a:solidFill>
                  <a:srgbClr val="FF0000"/>
                </a:solidFill>
                <a:latin typeface="Arial"/>
                <a:cs typeface="Arial"/>
              </a:rPr>
              <a:t>FPGA 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The core concept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is to keep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all matrices as symmetric (as possible)</a:t>
            </a:r>
            <a:endParaRPr lang="en-US"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Investigated several methodologies, the proposed solution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is a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two step generalized eigenvalue</a:t>
            </a:r>
            <a:r>
              <a:rPr lang="en-US" sz="1600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600" spc="-15" dirty="0">
                <a:solidFill>
                  <a:srgbClr val="FF0000"/>
                </a:solidFill>
                <a:latin typeface="Arial"/>
                <a:cs typeface="Arial"/>
              </a:rPr>
              <a:t>solver.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5792" y="2825469"/>
            <a:ext cx="18161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335" dirty="0">
                <a:latin typeface="Symbol"/>
                <a:cs typeface="Symbol"/>
              </a:rPr>
              <a:t></a:t>
            </a:r>
            <a:endParaRPr sz="1600" dirty="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1070" y="2785949"/>
            <a:ext cx="7324725" cy="71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4300"/>
              </a:lnSpc>
            </a:pP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1: Cholesky decomposition to create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symmetric reduction of the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M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K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matrix  2: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Jacobi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eigenvalue algorithm to </a:t>
            </a:r>
            <a:r>
              <a:rPr lang="en-US" sz="1600" dirty="0">
                <a:solidFill>
                  <a:srgbClr val="FF0000"/>
                </a:solidFill>
                <a:latin typeface="Arial"/>
                <a:cs typeface="Arial"/>
              </a:rPr>
              <a:t>solve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lang="en-US" sz="1600" spc="-10" dirty="0">
                <a:solidFill>
                  <a:srgbClr val="FF0000"/>
                </a:solidFill>
                <a:latin typeface="Arial"/>
                <a:cs typeface="Arial"/>
              </a:rPr>
              <a:t>reduced</a:t>
            </a:r>
            <a:r>
              <a:rPr lang="en-US" sz="16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600" spc="-5" dirty="0">
                <a:solidFill>
                  <a:srgbClr val="FF0000"/>
                </a:solidFill>
                <a:latin typeface="Arial"/>
                <a:cs typeface="Arial"/>
              </a:rPr>
              <a:t>problem.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77439" y="3504840"/>
            <a:ext cx="3379470" cy="2893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92240" y="3565800"/>
            <a:ext cx="3379469" cy="2879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813209B-9667-59AF-3B64-8AB67CF38A0E}"/>
              </a:ext>
            </a:extLst>
          </p:cNvPr>
          <p:cNvSpPr txBox="1"/>
          <p:nvPr/>
        </p:nvSpPr>
        <p:spPr>
          <a:xfrm>
            <a:off x="1915791" y="3185925"/>
            <a:ext cx="18161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335" dirty="0">
                <a:latin typeface="Symbol"/>
                <a:cs typeface="Symbol"/>
              </a:rPr>
              <a:t></a:t>
            </a:r>
            <a:endParaRPr sz="1600" dirty="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669" y="687980"/>
            <a:ext cx="80200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/>
              <a:t>Technical </a:t>
            </a:r>
            <a:r>
              <a:rPr spc="-5" dirty="0"/>
              <a:t>Update: Cholesky-Jacobi</a:t>
            </a:r>
            <a:r>
              <a:rPr spc="-20" dirty="0"/>
              <a:t> </a:t>
            </a:r>
            <a:r>
              <a:rPr spc="-5" dirty="0"/>
              <a:t>Simulations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01680" y="179980"/>
            <a:ext cx="3981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i="1" spc="-25" dirty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1400" b="1" i="1" dirty="0">
                <a:solidFill>
                  <a:srgbClr val="000066"/>
                </a:solidFill>
                <a:latin typeface="Arial"/>
                <a:cs typeface="Arial"/>
              </a:rPr>
              <a:t>OC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2378350"/>
            <a:ext cx="10968990" cy="4019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9480" y="1380130"/>
            <a:ext cx="7259955" cy="872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490" indent="-224790">
              <a:lnSpc>
                <a:spcPct val="100000"/>
              </a:lnSpc>
              <a:buChar char="•"/>
              <a:tabLst>
                <a:tab pos="236854" algn="l"/>
                <a:tab pos="237490" algn="l"/>
              </a:tabLst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Simulated the proposed Cholesky-Jacobi general eigenvalue</a:t>
            </a:r>
            <a:r>
              <a:rPr sz="16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solver</a:t>
            </a:r>
            <a:endParaRPr sz="1600">
              <a:latin typeface="Arial"/>
              <a:cs typeface="Arial"/>
            </a:endParaRPr>
          </a:p>
          <a:p>
            <a:pPr marL="694690" lvl="1" indent="-224790">
              <a:lnSpc>
                <a:spcPct val="100000"/>
              </a:lnSpc>
              <a:spcBef>
                <a:spcPts val="500"/>
              </a:spcBef>
              <a:buChar char="•"/>
              <a:tabLst>
                <a:tab pos="694055" algn="l"/>
                <a:tab pos="694690" algn="l"/>
              </a:tabLst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The code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not fast on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CPU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(order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of seconds).</a:t>
            </a:r>
            <a:endParaRPr sz="1600">
              <a:latin typeface="Arial"/>
              <a:cs typeface="Arial"/>
            </a:endParaRPr>
          </a:p>
          <a:p>
            <a:pPr marL="694690" lvl="1" indent="-224790">
              <a:lnSpc>
                <a:spcPct val="100000"/>
              </a:lnSpc>
              <a:spcBef>
                <a:spcPts val="490"/>
              </a:spcBef>
              <a:buChar char="•"/>
              <a:tabLst>
                <a:tab pos="694055" algn="l"/>
                <a:tab pos="694690" algn="l"/>
              </a:tabLst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Code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is concise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and should be straightforward to implement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LabVIEW.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240"/>
              </a:lnSpc>
            </a:pPr>
            <a:r>
              <a:rPr spc="-5" dirty="0"/>
              <a:t>Next Steps: Hardware Implementation and Updating  Probability Density Functions</a:t>
            </a:r>
            <a:r>
              <a:rPr spc="-50" dirty="0"/>
              <a:t> </a:t>
            </a:r>
            <a:r>
              <a:rPr spc="-5" dirty="0"/>
              <a:t>Cholesky-Jacobi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69" y="1381400"/>
            <a:ext cx="537083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Implement proposed Cholesky-Jacobi algorithm on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6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FPGA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6680" y="1676040"/>
            <a:ext cx="97155" cy="872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1469" y="1624071"/>
            <a:ext cx="8463915" cy="935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546225">
              <a:lnSpc>
                <a:spcPct val="1260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Need to consider hardware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space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and data sharing between FPGA and CPU  Potential of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just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using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FPGA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for the rotations of the Jacobi eigenvalue</a:t>
            </a:r>
            <a:r>
              <a:rPr sz="16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solver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Implementing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reduced order model technique may be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key step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accelerating</a:t>
            </a:r>
            <a:r>
              <a:rPr sz="1600" spc="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calculations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819" y="3154320"/>
            <a:ext cx="5123815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Investigate updating the PDFs based on prior knowledge  and upcoming</a:t>
            </a:r>
            <a:r>
              <a:rPr sz="16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events.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6380" y="379186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6380" y="466562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6380" y="5295540"/>
            <a:ext cx="7620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60" dirty="0">
                <a:latin typeface="Symbol"/>
                <a:cs typeface="Symbol"/>
              </a:rPr>
              <a:t>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6420" y="3786241"/>
            <a:ext cx="4433570" cy="2005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7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Look into existing mathematical tools for  quantifying uncertainty (DRAM: Efficient adaptive  MCMC)</a:t>
            </a:r>
            <a:endParaRPr sz="1600">
              <a:latin typeface="Arial"/>
              <a:cs typeface="Arial"/>
            </a:endParaRPr>
          </a:p>
          <a:p>
            <a:pPr marL="12700" marR="429259">
              <a:lnSpc>
                <a:spcPct val="100000"/>
              </a:lnSpc>
              <a:spcBef>
                <a:spcPts val="1130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Use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precalculated uncertainty to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limit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search  space (variances of</a:t>
            </a:r>
            <a:r>
              <a:rPr sz="16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PDF)</a:t>
            </a:r>
            <a:endParaRPr sz="1600">
              <a:latin typeface="Arial"/>
              <a:cs typeface="Arial"/>
            </a:endParaRPr>
          </a:p>
          <a:p>
            <a:pPr marL="12700" marR="806450">
              <a:lnSpc>
                <a:spcPts val="1910"/>
              </a:lnSpc>
              <a:spcBef>
                <a:spcPts val="1200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Update PDFs based on prior 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error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the  predections.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22769" y="2782210"/>
            <a:ext cx="4230370" cy="3524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669" y="658770"/>
            <a:ext cx="550481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/>
              <a:t>Technical </a:t>
            </a:r>
            <a:r>
              <a:rPr spc="-5" dirty="0"/>
              <a:t>Update: FPGA</a:t>
            </a:r>
            <a:r>
              <a:rPr spc="-200" dirty="0"/>
              <a:t> </a:t>
            </a:r>
            <a:r>
              <a:rPr spc="-5" dirty="0"/>
              <a:t>Update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69" y="1381400"/>
            <a:ext cx="4456430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Implemented Cholesky algorithms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8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FPGA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853840"/>
            <a:ext cx="116839" cy="12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335" dirty="0">
                <a:solidFill>
                  <a:srgbClr val="FF0000"/>
                </a:solidFill>
                <a:latin typeface="Symbol"/>
                <a:cs typeface="Symbol"/>
              </a:rPr>
              <a:t></a:t>
            </a:r>
            <a:endParaRPr sz="7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241190"/>
            <a:ext cx="116839" cy="12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335" dirty="0">
                <a:solidFill>
                  <a:srgbClr val="FF0000"/>
                </a:solidFill>
                <a:latin typeface="Symbol"/>
                <a:cs typeface="Symbol"/>
              </a:rPr>
              <a:t></a:t>
            </a:r>
            <a:endParaRPr sz="7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628540"/>
            <a:ext cx="116839" cy="12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335" dirty="0">
                <a:solidFill>
                  <a:srgbClr val="FF0000"/>
                </a:solidFill>
                <a:latin typeface="Symbol"/>
                <a:cs typeface="Symbol"/>
              </a:rPr>
              <a:t></a:t>
            </a:r>
            <a:endParaRPr sz="7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1569" y="1799230"/>
            <a:ext cx="9896475" cy="1033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In the single precision floating point form, the CPU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2x faster than the</a:t>
            </a:r>
            <a:r>
              <a:rPr sz="16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FPGA.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589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Fixed point numbers allow for single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cycle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timed loops (increases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speed,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decreases hardware requirements).  Implementing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usable fixed point method will take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some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optimization, currently have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64-bit version</a:t>
            </a:r>
            <a:r>
              <a:rPr sz="1600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working.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879" y="3126380"/>
            <a:ext cx="11713210" cy="3145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669" y="658770"/>
            <a:ext cx="6075680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5" dirty="0"/>
              <a:t>Technical </a:t>
            </a:r>
            <a:r>
              <a:rPr spc="-5" dirty="0"/>
              <a:t>Update: Algorithm</a:t>
            </a:r>
            <a:r>
              <a:rPr spc="-210" dirty="0"/>
              <a:t> </a:t>
            </a:r>
            <a:r>
              <a:rPr spc="-5" dirty="0"/>
              <a:t>Update</a:t>
            </a:r>
          </a:p>
        </p:txBody>
      </p:sp>
      <p:sp>
        <p:nvSpPr>
          <p:cNvPr id="4" name="object 4"/>
          <p:cNvSpPr/>
          <p:nvPr/>
        </p:nvSpPr>
        <p:spPr>
          <a:xfrm>
            <a:off x="1371600" y="2286910"/>
            <a:ext cx="9234170" cy="3976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9480" y="1368700"/>
            <a:ext cx="97155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69" y="1380130"/>
            <a:ext cx="9003030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Both algorithms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can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be used for</a:t>
            </a:r>
            <a:r>
              <a:rPr sz="16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prediction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The inertial algorithm responds faster to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change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the system state but also over shoots the</a:t>
            </a:r>
            <a:r>
              <a:rPr sz="1600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state.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4FC6-FE3D-7B45-84BE-3C726AB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73F4-C73D-8C4A-8929-A707A375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Name: Austin Downey</a:t>
            </a:r>
          </a:p>
          <a:p>
            <a:pPr>
              <a:spcBef>
                <a:spcPts val="0"/>
              </a:spcBef>
            </a:pPr>
            <a:r>
              <a:rPr lang="en-US" dirty="0"/>
              <a:t>Title: Associate Professor</a:t>
            </a:r>
          </a:p>
          <a:p>
            <a:pPr>
              <a:spcBef>
                <a:spcPts val="0"/>
              </a:spcBef>
            </a:pPr>
            <a:r>
              <a:rPr lang="en-US" dirty="0"/>
              <a:t>Email: austindowney@sc.edu</a:t>
            </a:r>
          </a:p>
          <a:p>
            <a:pPr>
              <a:spcBef>
                <a:spcPts val="0"/>
              </a:spcBef>
            </a:pPr>
            <a:r>
              <a:rPr lang="en-US" dirty="0"/>
              <a:t>Lab GitHub: github.com/arts-laboratory</a:t>
            </a:r>
          </a:p>
        </p:txBody>
      </p:sp>
    </p:spTree>
    <p:extLst>
      <p:ext uri="{BB962C8B-B14F-4D97-AF65-F5344CB8AC3E}">
        <p14:creationId xmlns:p14="http://schemas.microsoft.com/office/powerpoint/2010/main" val="3387642774"/>
      </p:ext>
    </p:extLst>
  </p:cSld>
  <p:clrMapOvr>
    <a:masterClrMapping/>
  </p:clrMapOvr>
</p:sld>
</file>

<file path=ppt/theme/theme1.xml><?xml version="1.0" encoding="utf-8"?>
<a:theme xmlns:a="http://schemas.openxmlformats.org/drawingml/2006/main" name="UofSC Simple Theme">
  <a:themeElements>
    <a:clrScheme name="Custom 1">
      <a:dk1>
        <a:srgbClr val="000000"/>
      </a:dk1>
      <a:lt1>
        <a:srgbClr val="FFFFFF"/>
      </a:lt1>
      <a:dk2>
        <a:srgbClr val="73000A"/>
      </a:dk2>
      <a:lt2>
        <a:srgbClr val="E7E6E6"/>
      </a:lt2>
      <a:accent1>
        <a:srgbClr val="0D3841"/>
      </a:accent1>
      <a:accent2>
        <a:srgbClr val="E23B38"/>
      </a:accent2>
      <a:accent3>
        <a:srgbClr val="759005"/>
      </a:accent3>
      <a:accent4>
        <a:srgbClr val="FFF89E"/>
      </a:accent4>
      <a:accent5>
        <a:srgbClr val="3277B6"/>
      </a:accent5>
      <a:accent6>
        <a:srgbClr val="C1D832"/>
      </a:accent6>
      <a:hlink>
        <a:srgbClr val="73000A"/>
      </a:hlink>
      <a:folHlink>
        <a:srgbClr val="E23B38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E35BC0C-4535-7F41-8EDB-CB375E44534D}" vid="{89EE9AB1-1FC3-EE42-B60A-9165AA834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usc_engineering_powerpoint</Template>
  <TotalTime>54</TotalTime>
  <Words>376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Symbol</vt:lpstr>
      <vt:lpstr>UofSC Simple Theme</vt:lpstr>
      <vt:lpstr>Cholesky-Jacobi Eigenvalue Decomposition</vt:lpstr>
      <vt:lpstr>Technical Update: Computing Eigenvalues on a FPGA</vt:lpstr>
      <vt:lpstr>Technical Update: Cholesky-Jacobi Simulations</vt:lpstr>
      <vt:lpstr>Next Steps: Hardware Implementation and Updating  Probability Density Functions Cholesky-Jacobi</vt:lpstr>
      <vt:lpstr>Technical Update: FPGA Update</vt:lpstr>
      <vt:lpstr>Technical Update: Algorithm Update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Downey</dc:creator>
  <cp:lastModifiedBy>Downey, Austin</cp:lastModifiedBy>
  <cp:revision>13</cp:revision>
  <dcterms:created xsi:type="dcterms:W3CDTF">2024-06-17T18:22:44Z</dcterms:created>
  <dcterms:modified xsi:type="dcterms:W3CDTF">2025-09-18T20:03:56Z</dcterms:modified>
</cp:coreProperties>
</file>