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1" r:id="rId4"/>
  </p:sldMasterIdLst>
  <p:notesMasterIdLst>
    <p:notesMasterId r:id="rId10"/>
  </p:notesMasterIdLst>
  <p:sldIdLst>
    <p:sldId id="256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57C00-5C81-4BC7-9ADB-F237148CF25E}" v="296" dt="2025-10-09T19:12:11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le, Charlton" userId="d29bc65c-fd30-4b0b-b55e-27b3845f3371" providerId="ADAL" clId="{1DCBB014-E120-4EAA-B26C-4770A81F2C18}"/>
    <pc:docChg chg="undo custSel addSld delSld modSld">
      <pc:chgData name="Rolle, Charlton" userId="d29bc65c-fd30-4b0b-b55e-27b3845f3371" providerId="ADAL" clId="{1DCBB014-E120-4EAA-B26C-4770A81F2C18}" dt="2025-07-18T19:22:49.393" v="675" actId="14100"/>
      <pc:docMkLst>
        <pc:docMk/>
      </pc:docMkLst>
      <pc:sldChg chg="delSp modSp mod delDesignElem chgLayout">
        <pc:chgData name="Rolle, Charlton" userId="d29bc65c-fd30-4b0b-b55e-27b3845f3371" providerId="ADAL" clId="{1DCBB014-E120-4EAA-B26C-4770A81F2C18}" dt="2025-07-03T15:31:22.910" v="230" actId="20577"/>
        <pc:sldMkLst>
          <pc:docMk/>
          <pc:sldMk cId="62890386" sldId="257"/>
        </pc:sldMkLst>
      </pc:sldChg>
      <pc:sldChg chg="del">
        <pc:chgData name="Rolle, Charlton" userId="d29bc65c-fd30-4b0b-b55e-27b3845f3371" providerId="ADAL" clId="{1DCBB014-E120-4EAA-B26C-4770A81F2C18}" dt="2025-07-03T15:42:41.593" v="479" actId="2696"/>
        <pc:sldMkLst>
          <pc:docMk/>
          <pc:sldMk cId="1574164127" sldId="258"/>
        </pc:sldMkLst>
      </pc:sldChg>
      <pc:sldChg chg="modSp mod">
        <pc:chgData name="Rolle, Charlton" userId="d29bc65c-fd30-4b0b-b55e-27b3845f3371" providerId="ADAL" clId="{1DCBB014-E120-4EAA-B26C-4770A81F2C18}" dt="2025-07-03T19:16:32.174" v="591" actId="20577"/>
        <pc:sldMkLst>
          <pc:docMk/>
          <pc:sldMk cId="3932740445" sldId="259"/>
        </pc:sldMkLst>
      </pc:sldChg>
      <pc:sldChg chg="addSp delSp modSp new mod setBg">
        <pc:chgData name="Rolle, Charlton" userId="d29bc65c-fd30-4b0b-b55e-27b3845f3371" providerId="ADAL" clId="{1DCBB014-E120-4EAA-B26C-4770A81F2C18}" dt="2025-07-18T19:22:49.393" v="675" actId="14100"/>
        <pc:sldMkLst>
          <pc:docMk/>
          <pc:sldMk cId="330294264" sldId="260"/>
        </pc:sldMkLst>
      </pc:sldChg>
      <pc:sldChg chg="modSp mod">
        <pc:chgData name="Rolle, Charlton" userId="d29bc65c-fd30-4b0b-b55e-27b3845f3371" providerId="ADAL" clId="{1DCBB014-E120-4EAA-B26C-4770A81F2C18}" dt="2025-07-03T15:47:45.044" v="588" actId="20577"/>
        <pc:sldMkLst>
          <pc:docMk/>
          <pc:sldMk cId="1068052811" sldId="260"/>
        </pc:sldMkLst>
      </pc:sldChg>
      <pc:sldChg chg="modSp del mod">
        <pc:chgData name="Rolle, Charlton" userId="d29bc65c-fd30-4b0b-b55e-27b3845f3371" providerId="ADAL" clId="{1DCBB014-E120-4EAA-B26C-4770A81F2C18}" dt="2025-07-03T15:30:02.382" v="94" actId="2696"/>
        <pc:sldMkLst>
          <pc:docMk/>
          <pc:sldMk cId="3245377592" sldId="261"/>
        </pc:sldMkLst>
      </pc:sldChg>
    </pc:docChg>
  </pc:docChgLst>
  <pc:docChgLst>
    <pc:chgData name="Rolle, Charlton" userId="S::cr161@email.sc.edu::d29bc65c-fd30-4b0b-b55e-27b3845f3371" providerId="AD" clId="Web-{464CE4AF-0F1D-0B9F-5E60-57BC1CE7C35A}"/>
    <pc:docChg chg="modSld">
      <pc:chgData name="Rolle, Charlton" userId="S::cr161@email.sc.edu::d29bc65c-fd30-4b0b-b55e-27b3845f3371" providerId="AD" clId="Web-{464CE4AF-0F1D-0B9F-5E60-57BC1CE7C35A}" dt="2025-08-25T04:56:52.440" v="283" actId="20577"/>
      <pc:docMkLst>
        <pc:docMk/>
      </pc:docMkLst>
      <pc:sldChg chg="addSp delSp modSp">
        <pc:chgData name="Rolle, Charlton" userId="S::cr161@email.sc.edu::d29bc65c-fd30-4b0b-b55e-27b3845f3371" providerId="AD" clId="Web-{464CE4AF-0F1D-0B9F-5E60-57BC1CE7C35A}" dt="2025-08-25T04:56:52.440" v="283" actId="20577"/>
        <pc:sldMkLst>
          <pc:docMk/>
          <pc:sldMk cId="3932740445" sldId="259"/>
        </pc:sldMkLst>
      </pc:sldChg>
      <pc:sldChg chg="modSp">
        <pc:chgData name="Rolle, Charlton" userId="S::cr161@email.sc.edu::d29bc65c-fd30-4b0b-b55e-27b3845f3371" providerId="AD" clId="Web-{464CE4AF-0F1D-0B9F-5E60-57BC1CE7C35A}" dt="2025-08-25T04:39:50.824" v="67" actId="20577"/>
        <pc:sldMkLst>
          <pc:docMk/>
          <pc:sldMk cId="330294264" sldId="260"/>
        </pc:sldMkLst>
      </pc:sldChg>
    </pc:docChg>
  </pc:docChgLst>
  <pc:docChgLst>
    <pc:chgData name="Rolle, Charlton" userId="S::cr161@email.sc.edu::d29bc65c-fd30-4b0b-b55e-27b3845f3371" providerId="AD" clId="Web-{E454C431-E9D0-B711-F285-01ED421B6C01}"/>
    <pc:docChg chg="mod addSld modSld addMainMaster delMainMaster">
      <pc:chgData name="Rolle, Charlton" userId="S::cr161@email.sc.edu::d29bc65c-fd30-4b0b-b55e-27b3845f3371" providerId="AD" clId="Web-{E454C431-E9D0-B711-F285-01ED421B6C01}" dt="2025-08-27T22:34:40.507" v="214" actId="20577"/>
      <pc:docMkLst>
        <pc:docMk/>
      </pc:docMkLst>
      <pc:sldChg chg="modSp mod setBg modClrScheme chgLayout">
        <pc:chgData name="Rolle, Charlton" userId="S::cr161@email.sc.edu::d29bc65c-fd30-4b0b-b55e-27b3845f3371" providerId="AD" clId="Web-{E454C431-E9D0-B711-F285-01ED421B6C01}" dt="2025-08-27T22:16:20.099" v="197"/>
        <pc:sldMkLst>
          <pc:docMk/>
          <pc:sldMk cId="4172504544" sldId="256"/>
        </pc:sldMkLst>
      </pc:sldChg>
      <pc:sldChg chg="modSp mod setBg modClrScheme chgLayout">
        <pc:chgData name="Rolle, Charlton" userId="S::cr161@email.sc.edu::d29bc65c-fd30-4b0b-b55e-27b3845f3371" providerId="AD" clId="Web-{E454C431-E9D0-B711-F285-01ED421B6C01}" dt="2025-08-27T22:30:30.953" v="206" actId="20577"/>
        <pc:sldMkLst>
          <pc:docMk/>
          <pc:sldMk cId="3932740445" sldId="259"/>
        </pc:sldMkLst>
      </pc:sldChg>
      <pc:sldChg chg="modSp mod setBg modClrScheme chgLayout">
        <pc:chgData name="Rolle, Charlton" userId="S::cr161@email.sc.edu::d29bc65c-fd30-4b0b-b55e-27b3845f3371" providerId="AD" clId="Web-{E454C431-E9D0-B711-F285-01ED421B6C01}" dt="2025-08-27T22:16:20.099" v="197"/>
        <pc:sldMkLst>
          <pc:docMk/>
          <pc:sldMk cId="330294264" sldId="260"/>
        </pc:sldMkLst>
      </pc:sldChg>
      <pc:sldChg chg="modSp mod setBg modClrScheme chgLayout">
        <pc:chgData name="Rolle, Charlton" userId="S::cr161@email.sc.edu::d29bc65c-fd30-4b0b-b55e-27b3845f3371" providerId="AD" clId="Web-{E454C431-E9D0-B711-F285-01ED421B6C01}" dt="2025-08-27T22:16:20.099" v="197"/>
        <pc:sldMkLst>
          <pc:docMk/>
          <pc:sldMk cId="1835427641" sldId="261"/>
        </pc:sldMkLst>
      </pc:sldChg>
      <pc:sldChg chg="modSp new mod setBg">
        <pc:chgData name="Rolle, Charlton" userId="S::cr161@email.sc.edu::d29bc65c-fd30-4b0b-b55e-27b3845f3371" providerId="AD" clId="Web-{E454C431-E9D0-B711-F285-01ED421B6C01}" dt="2025-08-27T22:34:40.507" v="214" actId="20577"/>
        <pc:sldMkLst>
          <pc:docMk/>
          <pc:sldMk cId="1181326437" sldId="262"/>
        </pc:sldMkLst>
      </pc:sldChg>
      <pc:sldMasterChg chg="del delSldLayout">
        <pc:chgData name="Rolle, Charlton" userId="S::cr161@email.sc.edu::d29bc65c-fd30-4b0b-b55e-27b3845f3371" providerId="AD" clId="Web-{E454C431-E9D0-B711-F285-01ED421B6C01}" dt="2025-08-27T21:45:43.334" v="90"/>
        <pc:sldMasterMkLst>
          <pc:docMk/>
          <pc:sldMasterMk cId="1085810551" sldId="2147483672"/>
        </pc:sldMasterMkLst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3949338740" sldId="2147483673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443210382" sldId="2147483674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537092928" sldId="2147483675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588053033" sldId="2147483676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972598217" sldId="2147483677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1116254749" sldId="2147483678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786050565" sldId="2147483679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704765382" sldId="2147483680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573179856" sldId="2147483681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934501243" sldId="2147483682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227300120" sldId="2147483683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4069415221" sldId="2147483684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736236017" sldId="2147483685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61931312" sldId="2147483686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188786349" sldId="2147483687"/>
          </pc:sldLayoutMkLst>
        </pc:sldLayoutChg>
        <pc:sldLayoutChg chg="del">
          <pc:chgData name="Rolle, Charlton" userId="S::cr161@email.sc.edu::d29bc65c-fd30-4b0b-b55e-27b3845f3371" providerId="AD" clId="Web-{E454C431-E9D0-B711-F285-01ED421B6C01}" dt="2025-08-27T21:45:43.334" v="90"/>
          <pc:sldLayoutMkLst>
            <pc:docMk/>
            <pc:sldMasterMk cId="1085810551" sldId="2147483672"/>
            <pc:sldLayoutMk cId="2262689273" sldId="2147483688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1:45:44.990" v="91"/>
        <pc:sldMasterMkLst>
          <pc:docMk/>
          <pc:sldMasterMk cId="2363599402" sldId="2147483689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4204611058" sldId="214748369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1001260479" sldId="214748369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2084080169" sldId="214748369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1789150754" sldId="214748369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2925543026" sldId="214748369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1099924233" sldId="214748369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2413209896" sldId="214748369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396523322" sldId="214748369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3797091186" sldId="214748369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2761754839" sldId="214748369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4024306271" sldId="214748370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4154187751" sldId="214748370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3792551567" sldId="214748370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278934996" sldId="214748370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3092939826" sldId="214748370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4.990" v="91"/>
          <pc:sldLayoutMkLst>
            <pc:docMk/>
            <pc:sldMasterMk cId="2363599402" sldId="2147483689"/>
            <pc:sldLayoutMk cId="370080717" sldId="2147483705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1:45:47.068" v="92"/>
        <pc:sldMasterMkLst>
          <pc:docMk/>
          <pc:sldMasterMk cId="1412996868" sldId="2147483706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4110427034" sldId="214748370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1637442801" sldId="214748370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796833686" sldId="214748370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3607378276" sldId="214748371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537847979" sldId="214748371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314877364" sldId="214748371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1405240749" sldId="214748371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3844932956" sldId="214748371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398120277" sldId="214748371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650903748" sldId="214748371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322476217" sldId="214748371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743710917" sldId="214748371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3796571725" sldId="214748371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3990359737" sldId="214748372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220488139" sldId="214748372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5:47.068" v="92"/>
          <pc:sldLayoutMkLst>
            <pc:docMk/>
            <pc:sldMasterMk cId="1412996868" sldId="2147483706"/>
            <pc:sldLayoutMk cId="1237929847" sldId="2147483722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1:46:24.835" v="93"/>
        <pc:sldMasterMkLst>
          <pc:docMk/>
          <pc:sldMasterMk cId="3807122734" sldId="2147483723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1377017481" sldId="214748372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2136998490" sldId="214748372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753182432" sldId="214748372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3572460196" sldId="214748372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808663431" sldId="214748372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1334117524" sldId="214748372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1170891019" sldId="214748373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1286397667" sldId="214748373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2589375579" sldId="214748373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3796509476" sldId="214748373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2307928689" sldId="214748373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355078536" sldId="214748373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3968956183" sldId="214748373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1145575617" sldId="214748373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3666864159" sldId="214748373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24.835" v="93"/>
          <pc:sldLayoutMkLst>
            <pc:docMk/>
            <pc:sldMasterMk cId="3807122734" sldId="2147483723"/>
            <pc:sldLayoutMk cId="445695929" sldId="2147483739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1:46:33.070" v="94"/>
        <pc:sldMasterMkLst>
          <pc:docMk/>
          <pc:sldMasterMk cId="3486989816" sldId="2147483740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2406407632" sldId="214748374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2497073097" sldId="214748374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4269995335" sldId="214748374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2379388762" sldId="214748374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108236400" sldId="214748374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2357236875" sldId="214748374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4276670409" sldId="214748374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2406521208" sldId="214748374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1728203166" sldId="214748374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731794355" sldId="214748375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1:46:33.070" v="94"/>
          <pc:sldLayoutMkLst>
            <pc:docMk/>
            <pc:sldMasterMk cId="3486989816" sldId="2147483740"/>
            <pc:sldLayoutMk cId="698615317" sldId="2147483751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2:16:01.161" v="193"/>
        <pc:sldMasterMkLst>
          <pc:docMk/>
          <pc:sldMasterMk cId="497050451" sldId="2147483752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3591766310" sldId="214748375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2243474215" sldId="214748375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3233021760" sldId="214748375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526779998" sldId="214748375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4046027413" sldId="214748375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2576300060" sldId="214748375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3790898802" sldId="214748375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1449209637" sldId="214748376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1759391802" sldId="214748376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3440257318" sldId="214748376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1.161" v="193"/>
          <pc:sldLayoutMkLst>
            <pc:docMk/>
            <pc:sldMasterMk cId="497050451" sldId="2147483752"/>
            <pc:sldLayoutMk cId="2023328627" sldId="2147483763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2:16:02.911" v="194"/>
        <pc:sldMasterMkLst>
          <pc:docMk/>
          <pc:sldMasterMk cId="3507252299" sldId="2147483764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3351826569" sldId="214748376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2765304248" sldId="214748376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4294888164" sldId="214748376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696520174" sldId="214748376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3283501725" sldId="214748376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1669334596" sldId="214748377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3324753828" sldId="214748377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609120569" sldId="214748377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3469209622" sldId="214748377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3655042845" sldId="214748377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2.911" v="194"/>
          <pc:sldLayoutMkLst>
            <pc:docMk/>
            <pc:sldMasterMk cId="3507252299" sldId="2147483764"/>
            <pc:sldLayoutMk cId="2573586994" sldId="2147483775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2:16:08.380" v="195"/>
        <pc:sldMasterMkLst>
          <pc:docMk/>
          <pc:sldMasterMk cId="1423913896" sldId="2147483776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3617146979" sldId="214748377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859191960" sldId="214748377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3246238181" sldId="214748377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949032699" sldId="214748378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4260609012" sldId="214748378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4036433776" sldId="214748378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3202547916" sldId="214748378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186176204" sldId="214748378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1567158095" sldId="214748378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3237391652" sldId="214748378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08.380" v="195"/>
          <pc:sldLayoutMkLst>
            <pc:docMk/>
            <pc:sldMasterMk cId="1423913896" sldId="2147483776"/>
            <pc:sldLayoutMk cId="3843451983" sldId="2147483787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2:16:14.162" v="196"/>
        <pc:sldMasterMkLst>
          <pc:docMk/>
          <pc:sldMasterMk cId="4101844073" sldId="2147483788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1192381900" sldId="214748378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4102606875" sldId="214748379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1939767782" sldId="214748379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3015254814" sldId="214748379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449078700" sldId="214748379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1946947840" sldId="214748379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3504551587" sldId="214748379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2908517710" sldId="214748379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885210043" sldId="214748379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4245002106" sldId="214748379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14.162" v="196"/>
          <pc:sldLayoutMkLst>
            <pc:docMk/>
            <pc:sldMasterMk cId="4101844073" sldId="2147483788"/>
            <pc:sldLayoutMk cId="464821125" sldId="2147483799"/>
          </pc:sldLayoutMkLst>
        </pc:sldLayoutChg>
      </pc:sldMasterChg>
      <pc:sldMasterChg chg="add del addSldLayout delSldLayout modSldLayout">
        <pc:chgData name="Rolle, Charlton" userId="S::cr161@email.sc.edu::d29bc65c-fd30-4b0b-b55e-27b3845f3371" providerId="AD" clId="Web-{E454C431-E9D0-B711-F285-01ED421B6C01}" dt="2025-08-27T22:16:20.099" v="197"/>
        <pc:sldMasterMkLst>
          <pc:docMk/>
          <pc:sldMasterMk cId="1221149612" sldId="2147483800"/>
        </pc:sldMasterMkLst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663713932" sldId="2147483801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4080080453" sldId="2147483802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210364388" sldId="2147483803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3413498477" sldId="2147483804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2852086851" sldId="2147483805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3068388362" sldId="2147483806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310047674" sldId="2147483807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1033754106" sldId="2147483808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643109824" sldId="2147483809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3407359916" sldId="2147483810"/>
          </pc:sldLayoutMkLst>
        </pc:sldLayoutChg>
        <pc:sldLayoutChg chg="add del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1221149612" sldId="2147483800"/>
            <pc:sldLayoutMk cId="706885155" sldId="2147483811"/>
          </pc:sldLayoutMkLst>
        </pc:sldLayoutChg>
      </pc:sldMasterChg>
      <pc:sldMasterChg chg="add addSldLayout modSldLayout">
        <pc:chgData name="Rolle, Charlton" userId="S::cr161@email.sc.edu::d29bc65c-fd30-4b0b-b55e-27b3845f3371" providerId="AD" clId="Web-{E454C431-E9D0-B711-F285-01ED421B6C01}" dt="2025-08-27T22:16:20.099" v="197"/>
        <pc:sldMasterMkLst>
          <pc:docMk/>
          <pc:sldMasterMk cId="722093074" sldId="2147483812"/>
        </pc:sldMasterMkLst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4073193710" sldId="2147483813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328021566" sldId="2147483814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527527678" sldId="2147483815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1336402926" sldId="2147483816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35412467" sldId="2147483817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1979485228" sldId="2147483818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3314077838" sldId="2147483819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3156670932" sldId="2147483820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3590698694" sldId="2147483821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1072438586" sldId="2147483822"/>
          </pc:sldLayoutMkLst>
        </pc:sldLayoutChg>
        <pc:sldLayoutChg chg="add mod replId">
          <pc:chgData name="Rolle, Charlton" userId="S::cr161@email.sc.edu::d29bc65c-fd30-4b0b-b55e-27b3845f3371" providerId="AD" clId="Web-{E454C431-E9D0-B711-F285-01ED421B6C01}" dt="2025-08-27T22:16:20.099" v="197"/>
          <pc:sldLayoutMkLst>
            <pc:docMk/>
            <pc:sldMasterMk cId="722093074" sldId="2147483812"/>
            <pc:sldLayoutMk cId="2373975098" sldId="2147483823"/>
          </pc:sldLayoutMkLst>
        </pc:sldLayoutChg>
      </pc:sldMasterChg>
    </pc:docChg>
  </pc:docChgLst>
  <pc:docChgLst>
    <pc:chgData name="Rolle, Charlton" userId="S::cr161@email.sc.edu::d29bc65c-fd30-4b0b-b55e-27b3845f3371" providerId="AD" clId="Web-{85F6813F-D121-07EB-742D-5C56D1D08818}"/>
    <pc:docChg chg="addSld delSld modSld sldOrd">
      <pc:chgData name="Rolle, Charlton" userId="S::cr161@email.sc.edu::d29bc65c-fd30-4b0b-b55e-27b3845f3371" providerId="AD" clId="Web-{85F6813F-D121-07EB-742D-5C56D1D08818}" dt="2025-07-03T16:56:31.299" v="716" actId="20577"/>
      <pc:docMkLst>
        <pc:docMk/>
      </pc:docMkLst>
      <pc:sldChg chg="modSp ord">
        <pc:chgData name="Rolle, Charlton" userId="S::cr161@email.sc.edu::d29bc65c-fd30-4b0b-b55e-27b3845f3371" providerId="AD" clId="Web-{85F6813F-D121-07EB-742D-5C56D1D08818}" dt="2025-07-03T16:13:03.054" v="148"/>
        <pc:sldMkLst>
          <pc:docMk/>
          <pc:sldMk cId="62890386" sldId="257"/>
        </pc:sldMkLst>
      </pc:sldChg>
      <pc:sldChg chg="modSp">
        <pc:chgData name="Rolle, Charlton" userId="S::cr161@email.sc.edu::d29bc65c-fd30-4b0b-b55e-27b3845f3371" providerId="AD" clId="Web-{85F6813F-D121-07EB-742D-5C56D1D08818}" dt="2025-07-03T16:56:31.299" v="716" actId="20577"/>
        <pc:sldMkLst>
          <pc:docMk/>
          <pc:sldMk cId="3932740445" sldId="259"/>
        </pc:sldMkLst>
      </pc:sldChg>
      <pc:sldChg chg="modSp add del">
        <pc:chgData name="Rolle, Charlton" userId="S::cr161@email.sc.edu::d29bc65c-fd30-4b0b-b55e-27b3845f3371" providerId="AD" clId="Web-{85F6813F-D121-07EB-742D-5C56D1D08818}" dt="2025-07-03T16:23:46.248" v="263"/>
        <pc:sldMkLst>
          <pc:docMk/>
          <pc:sldMk cId="1068052811" sldId="260"/>
        </pc:sldMkLst>
      </pc:sldChg>
    </pc:docChg>
  </pc:docChgLst>
  <pc:docChgLst>
    <pc:chgData name="Rolle, Charlton" userId="S::cr161@email.sc.edu::d29bc65c-fd30-4b0b-b55e-27b3845f3371" providerId="AD" clId="Web-{91DE0A7E-6C4A-FF40-9170-AF81354E8136}"/>
    <pc:docChg chg="delSld modSld">
      <pc:chgData name="Rolle, Charlton" userId="S::cr161@email.sc.edu::d29bc65c-fd30-4b0b-b55e-27b3845f3371" providerId="AD" clId="Web-{91DE0A7E-6C4A-FF40-9170-AF81354E8136}" dt="2025-08-27T04:48:51.046" v="3"/>
      <pc:docMkLst>
        <pc:docMk/>
      </pc:docMkLst>
      <pc:sldChg chg="del">
        <pc:chgData name="Rolle, Charlton" userId="S::cr161@email.sc.edu::d29bc65c-fd30-4b0b-b55e-27b3845f3371" providerId="AD" clId="Web-{91DE0A7E-6C4A-FF40-9170-AF81354E8136}" dt="2025-08-27T04:48:51.046" v="3"/>
        <pc:sldMkLst>
          <pc:docMk/>
          <pc:sldMk cId="62890386" sldId="257"/>
        </pc:sldMkLst>
      </pc:sldChg>
      <pc:sldChg chg="modSp">
        <pc:chgData name="Rolle, Charlton" userId="S::cr161@email.sc.edu::d29bc65c-fd30-4b0b-b55e-27b3845f3371" providerId="AD" clId="Web-{91DE0A7E-6C4A-FF40-9170-AF81354E8136}" dt="2025-08-27T04:48:39.874" v="2" actId="1076"/>
        <pc:sldMkLst>
          <pc:docMk/>
          <pc:sldMk cId="1835427641" sldId="261"/>
        </pc:sldMkLst>
      </pc:sldChg>
    </pc:docChg>
  </pc:docChgLst>
  <pc:docChgLst>
    <pc:chgData name="Rolle, Charlton" userId="d29bc65c-fd30-4b0b-b55e-27b3845f3371" providerId="ADAL" clId="{F29CB676-F8D1-57F0-985F-5B0D0495E140}"/>
    <pc:docChg chg="custSel addSld modSld">
      <pc:chgData name="Rolle, Charlton" userId="d29bc65c-fd30-4b0b-b55e-27b3845f3371" providerId="ADAL" clId="{F29CB676-F8D1-57F0-985F-5B0D0495E140}" dt="2025-10-02T15:25:40.209" v="1288"/>
      <pc:docMkLst>
        <pc:docMk/>
      </pc:docMkLst>
      <pc:sldChg chg="delSp modSp mod modClrScheme delDesignElem chgLayout">
        <pc:chgData name="Rolle, Charlton" userId="d29bc65c-fd30-4b0b-b55e-27b3845f3371" providerId="ADAL" clId="{F29CB676-F8D1-57F0-985F-5B0D0495E140}" dt="2025-10-02T04:35:53.554" v="766" actId="207"/>
        <pc:sldMkLst>
          <pc:docMk/>
          <pc:sldMk cId="3932740445" sldId="259"/>
        </pc:sldMkLst>
        <pc:spChg chg="mod ord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2" creationId="{035FA72D-62C0-57CE-FAA7-FC8F4D196F2B}"/>
          </ac:spMkLst>
        </pc:spChg>
        <pc:spChg chg="mod ord">
          <ac:chgData name="Rolle, Charlton" userId="d29bc65c-fd30-4b0b-b55e-27b3845f3371" providerId="ADAL" clId="{F29CB676-F8D1-57F0-985F-5B0D0495E140}" dt="2025-10-02T04:35:53.554" v="766" actId="207"/>
          <ac:spMkLst>
            <pc:docMk/>
            <pc:sldMk cId="3932740445" sldId="259"/>
            <ac:spMk id="3" creationId="{F1500EAA-997C-888D-D43B-467FB7E8C17C}"/>
          </ac:spMkLst>
        </pc:spChg>
        <pc:spChg chg="mod ord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15" creationId="{F77F8344-20EA-E9B9-F97F-DD4C8527A486}"/>
          </ac:spMkLst>
        </pc:spChg>
        <pc:spChg chg="mod ord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16" creationId="{52841B45-67A1-9AC1-D1B6-2293012D51D0}"/>
          </ac:spMkLst>
        </pc:spChg>
        <pc:spChg chg="mod ord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17" creationId="{ADEB00FD-0CAC-CCFC-6B74-252D4B843090}"/>
          </ac:spMkLst>
        </pc:spChg>
        <pc:spChg chg="del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60" creationId="{5F07A6A6-E44B-411E-AA18-65E4811366A6}"/>
          </ac:spMkLst>
        </pc:spChg>
        <pc:spChg chg="del">
          <ac:chgData name="Rolle, Charlton" userId="d29bc65c-fd30-4b0b-b55e-27b3845f3371" providerId="ADAL" clId="{F29CB676-F8D1-57F0-985F-5B0D0495E140}" dt="2025-10-02T03:53:44.047" v="21" actId="700"/>
          <ac:spMkLst>
            <pc:docMk/>
            <pc:sldMk cId="3932740445" sldId="259"/>
            <ac:spMk id="66" creationId="{5D5A8E14-301B-40C0-A174-D2232EF95C0B}"/>
          </ac:spMkLst>
        </pc:spChg>
        <pc:picChg chg="del">
          <ac:chgData name="Rolle, Charlton" userId="d29bc65c-fd30-4b0b-b55e-27b3845f3371" providerId="ADAL" clId="{F29CB676-F8D1-57F0-985F-5B0D0495E140}" dt="2025-10-02T03:50:00.475" v="2" actId="478"/>
          <ac:picMkLst>
            <pc:docMk/>
            <pc:sldMk cId="3932740445" sldId="259"/>
            <ac:picMk id="10" creationId="{216CBC20-38F0-DC19-014B-902A64DE0098}"/>
          </ac:picMkLst>
        </pc:picChg>
        <pc:picChg chg="del">
          <ac:chgData name="Rolle, Charlton" userId="d29bc65c-fd30-4b0b-b55e-27b3845f3371" providerId="ADAL" clId="{F29CB676-F8D1-57F0-985F-5B0D0495E140}" dt="2025-10-02T03:49:54.142" v="0" actId="478"/>
          <ac:picMkLst>
            <pc:docMk/>
            <pc:sldMk cId="3932740445" sldId="259"/>
            <ac:picMk id="12" creationId="{0112E1F9-E354-9A6A-F23C-74924CC987B3}"/>
          </ac:picMkLst>
        </pc:picChg>
        <pc:picChg chg="del">
          <ac:chgData name="Rolle, Charlton" userId="d29bc65c-fd30-4b0b-b55e-27b3845f3371" providerId="ADAL" clId="{F29CB676-F8D1-57F0-985F-5B0D0495E140}" dt="2025-10-02T03:49:58.678" v="1" actId="478"/>
          <ac:picMkLst>
            <pc:docMk/>
            <pc:sldMk cId="3932740445" sldId="259"/>
            <ac:picMk id="14" creationId="{E06E0190-0EBC-FB1F-BD1C-D3429955305A}"/>
          </ac:picMkLst>
        </pc:picChg>
        <pc:picChg chg="del">
          <ac:chgData name="Rolle, Charlton" userId="d29bc65c-fd30-4b0b-b55e-27b3845f3371" providerId="ADAL" clId="{F29CB676-F8D1-57F0-985F-5B0D0495E140}" dt="2025-10-02T03:53:44.047" v="21" actId="700"/>
          <ac:picMkLst>
            <pc:docMk/>
            <pc:sldMk cId="3932740445" sldId="259"/>
            <ac:picMk id="56" creationId="{0F7302AF-86B9-441B-8D24-AC382E2A43A7}"/>
          </ac:picMkLst>
        </pc:picChg>
        <pc:picChg chg="del">
          <ac:chgData name="Rolle, Charlton" userId="d29bc65c-fd30-4b0b-b55e-27b3845f3371" providerId="ADAL" clId="{F29CB676-F8D1-57F0-985F-5B0D0495E140}" dt="2025-10-02T03:53:44.047" v="21" actId="700"/>
          <ac:picMkLst>
            <pc:docMk/>
            <pc:sldMk cId="3932740445" sldId="259"/>
            <ac:picMk id="58" creationId="{99A2A6C2-D371-4C6B-B50F-CC71C6D01037}"/>
          </ac:picMkLst>
        </pc:picChg>
        <pc:picChg chg="del">
          <ac:chgData name="Rolle, Charlton" userId="d29bc65c-fd30-4b0b-b55e-27b3845f3371" providerId="ADAL" clId="{F29CB676-F8D1-57F0-985F-5B0D0495E140}" dt="2025-10-02T03:53:44.047" v="21" actId="700"/>
          <ac:picMkLst>
            <pc:docMk/>
            <pc:sldMk cId="3932740445" sldId="259"/>
            <ac:picMk id="64" creationId="{591711EE-029D-453C-9AE9-E87829F1D3D3}"/>
          </ac:picMkLst>
        </pc:picChg>
      </pc:sldChg>
      <pc:sldChg chg="addSp delSp modSp mod modClrScheme delDesignElem chgLayout">
        <pc:chgData name="Rolle, Charlton" userId="d29bc65c-fd30-4b0b-b55e-27b3845f3371" providerId="ADAL" clId="{F29CB676-F8D1-57F0-985F-5B0D0495E140}" dt="2025-10-02T15:07:32.290" v="1231" actId="20577"/>
        <pc:sldMkLst>
          <pc:docMk/>
          <pc:sldMk cId="1181326437" sldId="262"/>
        </pc:sldMkLst>
        <pc:spChg chg="mod ord">
          <ac:chgData name="Rolle, Charlton" userId="d29bc65c-fd30-4b0b-b55e-27b3845f3371" providerId="ADAL" clId="{F29CB676-F8D1-57F0-985F-5B0D0495E140}" dt="2025-10-02T04:52:33.314" v="794" actId="20577"/>
          <ac:spMkLst>
            <pc:docMk/>
            <pc:sldMk cId="1181326437" sldId="262"/>
            <ac:spMk id="2" creationId="{1BF92B2C-52D6-F69A-A52D-4A06CB4D22EA}"/>
          </ac:spMkLst>
        </pc:spChg>
        <pc:spChg chg="add del mod ord">
          <ac:chgData name="Rolle, Charlton" userId="d29bc65c-fd30-4b0b-b55e-27b3845f3371" providerId="ADAL" clId="{F29CB676-F8D1-57F0-985F-5B0D0495E140}" dt="2025-10-02T04:51:08.316" v="772" actId="700"/>
          <ac:spMkLst>
            <pc:docMk/>
            <pc:sldMk cId="1181326437" sldId="262"/>
            <ac:spMk id="4" creationId="{02A94551-499F-F58B-EC9C-477CD00EE01A}"/>
          </ac:spMkLst>
        </pc:spChg>
        <pc:spChg chg="mod ord">
          <ac:chgData name="Rolle, Charlton" userId="d29bc65c-fd30-4b0b-b55e-27b3845f3371" providerId="ADAL" clId="{F29CB676-F8D1-57F0-985F-5B0D0495E140}" dt="2025-10-02T04:51:08.316" v="772" actId="700"/>
          <ac:spMkLst>
            <pc:docMk/>
            <pc:sldMk cId="1181326437" sldId="262"/>
            <ac:spMk id="5" creationId="{3F2BC19C-D5B6-0953-EF52-980DDE3AE228}"/>
          </ac:spMkLst>
        </pc:spChg>
        <pc:spChg chg="mod ord">
          <ac:chgData name="Rolle, Charlton" userId="d29bc65c-fd30-4b0b-b55e-27b3845f3371" providerId="ADAL" clId="{F29CB676-F8D1-57F0-985F-5B0D0495E140}" dt="2025-10-02T04:51:08.316" v="772" actId="700"/>
          <ac:spMkLst>
            <pc:docMk/>
            <pc:sldMk cId="1181326437" sldId="262"/>
            <ac:spMk id="6" creationId="{0F0D4421-E81C-2759-AF7D-62F6F244A379}"/>
          </ac:spMkLst>
        </pc:spChg>
        <pc:spChg chg="add mod ord">
          <ac:chgData name="Rolle, Charlton" userId="d29bc65c-fd30-4b0b-b55e-27b3845f3371" providerId="ADAL" clId="{F29CB676-F8D1-57F0-985F-5B0D0495E140}" dt="2025-10-02T15:07:32.290" v="1231" actId="20577"/>
          <ac:spMkLst>
            <pc:docMk/>
            <pc:sldMk cId="1181326437" sldId="262"/>
            <ac:spMk id="7" creationId="{C0AFD7F9-701B-B255-BAAC-828AA4740BBF}"/>
          </ac:spMkLst>
        </pc:spChg>
        <pc:spChg chg="del">
          <ac:chgData name="Rolle, Charlton" userId="d29bc65c-fd30-4b0b-b55e-27b3845f3371" providerId="ADAL" clId="{F29CB676-F8D1-57F0-985F-5B0D0495E140}" dt="2025-10-02T04:51:08.316" v="772" actId="700"/>
          <ac:spMkLst>
            <pc:docMk/>
            <pc:sldMk cId="1181326437" sldId="262"/>
            <ac:spMk id="41" creationId="{44F3197D-248B-46C5-B6EE-003F4E0C6CF9}"/>
          </ac:spMkLst>
        </pc:spChg>
        <pc:spChg chg="del">
          <ac:chgData name="Rolle, Charlton" userId="d29bc65c-fd30-4b0b-b55e-27b3845f3371" providerId="ADAL" clId="{F29CB676-F8D1-57F0-985F-5B0D0495E140}" dt="2025-10-02T04:51:08.316" v="772" actId="700"/>
          <ac:spMkLst>
            <pc:docMk/>
            <pc:sldMk cId="1181326437" sldId="262"/>
            <ac:spMk id="47" creationId="{040549E2-C5A5-4ED5-80AB-070FEBDF5320}"/>
          </ac:spMkLst>
        </pc:spChg>
        <pc:picChg chg="del">
          <ac:chgData name="Rolle, Charlton" userId="d29bc65c-fd30-4b0b-b55e-27b3845f3371" providerId="ADAL" clId="{F29CB676-F8D1-57F0-985F-5B0D0495E140}" dt="2025-10-02T04:36:16.788" v="768" actId="478"/>
          <ac:picMkLst>
            <pc:docMk/>
            <pc:sldMk cId="1181326437" sldId="262"/>
            <ac:picMk id="14" creationId="{4F73F6B0-00FE-E141-A9D4-3410AB958D69}"/>
          </ac:picMkLst>
        </pc:picChg>
        <pc:picChg chg="del">
          <ac:chgData name="Rolle, Charlton" userId="d29bc65c-fd30-4b0b-b55e-27b3845f3371" providerId="ADAL" clId="{F29CB676-F8D1-57F0-985F-5B0D0495E140}" dt="2025-10-02T04:36:20.512" v="770" actId="478"/>
          <ac:picMkLst>
            <pc:docMk/>
            <pc:sldMk cId="1181326437" sldId="262"/>
            <ac:picMk id="17" creationId="{556D6683-F121-464B-66DE-CA8932402845}"/>
          </ac:picMkLst>
        </pc:picChg>
        <pc:picChg chg="del">
          <ac:chgData name="Rolle, Charlton" userId="d29bc65c-fd30-4b0b-b55e-27b3845f3371" providerId="ADAL" clId="{F29CB676-F8D1-57F0-985F-5B0D0495E140}" dt="2025-10-02T04:36:14.781" v="767" actId="478"/>
          <ac:picMkLst>
            <pc:docMk/>
            <pc:sldMk cId="1181326437" sldId="262"/>
            <ac:picMk id="25" creationId="{33FC8FDC-14FB-C83D-1929-8359F036817F}"/>
          </ac:picMkLst>
        </pc:picChg>
        <pc:picChg chg="del">
          <ac:chgData name="Rolle, Charlton" userId="d29bc65c-fd30-4b0b-b55e-27b3845f3371" providerId="ADAL" clId="{F29CB676-F8D1-57F0-985F-5B0D0495E140}" dt="2025-10-02T04:51:08.316" v="772" actId="700"/>
          <ac:picMkLst>
            <pc:docMk/>
            <pc:sldMk cId="1181326437" sldId="262"/>
            <ac:picMk id="37" creationId="{844EE02A-F0F8-4A23-B21D-CF2066B65D30}"/>
          </ac:picMkLst>
        </pc:picChg>
        <pc:picChg chg="del">
          <ac:chgData name="Rolle, Charlton" userId="d29bc65c-fd30-4b0b-b55e-27b3845f3371" providerId="ADAL" clId="{F29CB676-F8D1-57F0-985F-5B0D0495E140}" dt="2025-10-02T04:51:08.316" v="772" actId="700"/>
          <ac:picMkLst>
            <pc:docMk/>
            <pc:sldMk cId="1181326437" sldId="262"/>
            <ac:picMk id="39" creationId="{99F13062-7BB6-4A97-B661-CDE2EDEAE70E}"/>
          </ac:picMkLst>
        </pc:picChg>
        <pc:picChg chg="del">
          <ac:chgData name="Rolle, Charlton" userId="d29bc65c-fd30-4b0b-b55e-27b3845f3371" providerId="ADAL" clId="{F29CB676-F8D1-57F0-985F-5B0D0495E140}" dt="2025-10-02T04:51:08.316" v="772" actId="700"/>
          <ac:picMkLst>
            <pc:docMk/>
            <pc:sldMk cId="1181326437" sldId="262"/>
            <ac:picMk id="45" creationId="{79F6731C-42C0-45DB-9F9A-B831CBEC5182}"/>
          </ac:picMkLst>
        </pc:picChg>
      </pc:sldChg>
      <pc:sldChg chg="addSp delSp modSp new mod">
        <pc:chgData name="Rolle, Charlton" userId="d29bc65c-fd30-4b0b-b55e-27b3845f3371" providerId="ADAL" clId="{F29CB676-F8D1-57F0-985F-5B0D0495E140}" dt="2025-10-02T15:25:40.209" v="1288"/>
        <pc:sldMkLst>
          <pc:docMk/>
          <pc:sldMk cId="2962397077" sldId="263"/>
        </pc:sldMkLst>
        <pc:spChg chg="mod">
          <ac:chgData name="Rolle, Charlton" userId="d29bc65c-fd30-4b0b-b55e-27b3845f3371" providerId="ADAL" clId="{F29CB676-F8D1-57F0-985F-5B0D0495E140}" dt="2025-10-02T15:21:10.103" v="1286" actId="20577"/>
          <ac:spMkLst>
            <pc:docMk/>
            <pc:sldMk cId="2962397077" sldId="263"/>
            <ac:spMk id="2" creationId="{042D8913-A1D3-F23C-AAD6-CF02EC1B2B56}"/>
          </ac:spMkLst>
        </pc:spChg>
        <pc:spChg chg="add del mod">
          <ac:chgData name="Rolle, Charlton" userId="d29bc65c-fd30-4b0b-b55e-27b3845f3371" providerId="ADAL" clId="{F29CB676-F8D1-57F0-985F-5B0D0495E140}" dt="2025-10-02T15:25:40.209" v="1288"/>
          <ac:spMkLst>
            <pc:docMk/>
            <pc:sldMk cId="2962397077" sldId="263"/>
            <ac:spMk id="7" creationId="{DACB07E4-C956-9520-13B0-71AF3DE434CE}"/>
          </ac:spMkLst>
        </pc:spChg>
      </pc:sldChg>
    </pc:docChg>
  </pc:docChgLst>
  <pc:docChgLst>
    <pc:chgData name="Rolle, Charlton" userId="d29bc65c-fd30-4b0b-b55e-27b3845f3371" providerId="ADAL" clId="{00657C00-5C81-4BC7-9ADB-F237148CF25E}"/>
    <pc:docChg chg="undo custSel addSld delSld modSld sldOrd">
      <pc:chgData name="Rolle, Charlton" userId="d29bc65c-fd30-4b0b-b55e-27b3845f3371" providerId="ADAL" clId="{00657C00-5C81-4BC7-9ADB-F237148CF25E}" dt="2025-10-09T19:12:11.791" v="2773" actId="255"/>
      <pc:docMkLst>
        <pc:docMk/>
      </pc:docMkLst>
      <pc:sldChg chg="addSp delSp modSp mod setBg addAnim delAnim delDesignElem">
        <pc:chgData name="Rolle, Charlton" userId="d29bc65c-fd30-4b0b-b55e-27b3845f3371" providerId="ADAL" clId="{00657C00-5C81-4BC7-9ADB-F237148CF25E}" dt="2025-10-09T18:49:58.506" v="2629"/>
        <pc:sldMkLst>
          <pc:docMk/>
          <pc:sldMk cId="4172504544" sldId="256"/>
        </pc:sldMkLst>
        <pc:spChg chg="mod ord">
          <ac:chgData name="Rolle, Charlton" userId="d29bc65c-fd30-4b0b-b55e-27b3845f3371" providerId="ADAL" clId="{00657C00-5C81-4BC7-9ADB-F237148CF25E}" dt="2025-09-11T18:58:43.877" v="1443" actId="20577"/>
          <ac:spMkLst>
            <pc:docMk/>
            <pc:sldMk cId="4172504544" sldId="256"/>
            <ac:spMk id="2" creationId="{89CC3252-E3B6-1208-EA2A-636998BE6B96}"/>
          </ac:spMkLst>
        </pc:spChg>
        <pc:spChg chg="mod">
          <ac:chgData name="Rolle, Charlton" userId="d29bc65c-fd30-4b0b-b55e-27b3845f3371" providerId="ADAL" clId="{00657C00-5C81-4BC7-9ADB-F237148CF25E}" dt="2025-09-11T18:58:14.968" v="1428" actId="26606"/>
          <ac:spMkLst>
            <pc:docMk/>
            <pc:sldMk cId="4172504544" sldId="256"/>
            <ac:spMk id="3" creationId="{6F5B23CC-0F02-9842-F4E5-73294FF1AC0B}"/>
          </ac:spMkLst>
        </pc:spChg>
        <pc:spChg chg="add del">
          <ac:chgData name="Rolle, Charlton" userId="d29bc65c-fd30-4b0b-b55e-27b3845f3371" providerId="ADAL" clId="{00657C00-5C81-4BC7-9ADB-F237148CF25E}" dt="2025-10-09T18:49:58.506" v="2629"/>
          <ac:spMkLst>
            <pc:docMk/>
            <pc:sldMk cId="4172504544" sldId="256"/>
            <ac:spMk id="14" creationId="{C28D0172-F2E0-4763-9C35-F022664959D8}"/>
          </ac:spMkLst>
        </pc:spChg>
        <pc:spChg chg="add del">
          <ac:chgData name="Rolle, Charlton" userId="d29bc65c-fd30-4b0b-b55e-27b3845f3371" providerId="ADAL" clId="{00657C00-5C81-4BC7-9ADB-F237148CF25E}" dt="2025-10-09T18:49:58.506" v="2629"/>
          <ac:spMkLst>
            <pc:docMk/>
            <pc:sldMk cId="4172504544" sldId="256"/>
            <ac:spMk id="15" creationId="{9F2851FB-E841-4509-8A6D-A416376EA380}"/>
          </ac:spMkLst>
        </pc:spChg>
        <pc:spChg chg="add del">
          <ac:chgData name="Rolle, Charlton" userId="d29bc65c-fd30-4b0b-b55e-27b3845f3371" providerId="ADAL" clId="{00657C00-5C81-4BC7-9ADB-F237148CF25E}" dt="2025-10-09T18:49:58.506" v="2629"/>
          <ac:spMkLst>
            <pc:docMk/>
            <pc:sldMk cId="4172504544" sldId="256"/>
            <ac:spMk id="16" creationId="{DF6FB2B2-CE21-407F-B22E-302DADC2C3D3}"/>
          </ac:spMkLst>
        </pc:spChg>
      </pc:sldChg>
      <pc:sldChg chg="addSp delSp modSp mod ord setBg modClrScheme setClrOvrMap modShow chgLayout">
        <pc:chgData name="Rolle, Charlton" userId="d29bc65c-fd30-4b0b-b55e-27b3845f3371" providerId="ADAL" clId="{00657C00-5C81-4BC7-9ADB-F237148CF25E}" dt="2025-10-09T19:10:57.614" v="2752"/>
        <pc:sldMkLst>
          <pc:docMk/>
          <pc:sldMk cId="3932740445" sldId="259"/>
        </pc:sldMkLst>
        <pc:spChg chg="mod">
          <ac:chgData name="Rolle, Charlton" userId="d29bc65c-fd30-4b0b-b55e-27b3845f3371" providerId="ADAL" clId="{00657C00-5C81-4BC7-9ADB-F237148CF25E}" dt="2025-10-09T17:12:21.388" v="2590" actId="947"/>
          <ac:spMkLst>
            <pc:docMk/>
            <pc:sldMk cId="3932740445" sldId="259"/>
            <ac:spMk id="2" creationId="{035FA72D-62C0-57CE-FAA7-FC8F4D196F2B}"/>
          </ac:spMkLst>
        </pc:spChg>
        <pc:spChg chg="mod ord">
          <ac:chgData name="Rolle, Charlton" userId="d29bc65c-fd30-4b0b-b55e-27b3845f3371" providerId="ADAL" clId="{00657C00-5C81-4BC7-9ADB-F237148CF25E}" dt="2025-10-09T18:49:33.544" v="2627" actId="20578"/>
          <ac:spMkLst>
            <pc:docMk/>
            <pc:sldMk cId="3932740445" sldId="259"/>
            <ac:spMk id="3" creationId="{F1500EAA-997C-888D-D43B-467FB7E8C17C}"/>
          </ac:spMkLst>
        </pc:spChg>
        <pc:spChg chg="add mod ord">
          <ac:chgData name="Rolle, Charlton" userId="d29bc65c-fd30-4b0b-b55e-27b3845f3371" providerId="ADAL" clId="{00657C00-5C81-4BC7-9ADB-F237148CF25E}" dt="2025-10-02T16:17:22.925" v="1670" actId="26606"/>
          <ac:spMkLst>
            <pc:docMk/>
            <pc:sldMk cId="3932740445" sldId="259"/>
            <ac:spMk id="15" creationId="{F77F8344-20EA-E9B9-F97F-DD4C8527A486}"/>
          </ac:spMkLst>
        </pc:spChg>
        <pc:spChg chg="add mod">
          <ac:chgData name="Rolle, Charlton" userId="d29bc65c-fd30-4b0b-b55e-27b3845f3371" providerId="ADAL" clId="{00657C00-5C81-4BC7-9ADB-F237148CF25E}" dt="2025-10-09T18:50:07.536" v="2637" actId="27636"/>
          <ac:spMkLst>
            <pc:docMk/>
            <pc:sldMk cId="3932740445" sldId="259"/>
            <ac:spMk id="16" creationId="{52841B45-67A1-9AC1-D1B6-2293012D51D0}"/>
          </ac:spMkLst>
        </pc:spChg>
        <pc:spChg chg="add mod ord">
          <ac:chgData name="Rolle, Charlton" userId="d29bc65c-fd30-4b0b-b55e-27b3845f3371" providerId="ADAL" clId="{00657C00-5C81-4BC7-9ADB-F237148CF25E}" dt="2025-10-09T19:10:57.614" v="2752"/>
          <ac:spMkLst>
            <pc:docMk/>
            <pc:sldMk cId="3932740445" sldId="259"/>
            <ac:spMk id="17" creationId="{ADEB00FD-0CAC-CCFC-6B74-252D4B843090}"/>
          </ac:spMkLst>
        </pc:spChg>
        <pc:spChg chg="add del">
          <ac:chgData name="Rolle, Charlton" userId="d29bc65c-fd30-4b0b-b55e-27b3845f3371" providerId="ADAL" clId="{00657C00-5C81-4BC7-9ADB-F237148CF25E}" dt="2025-10-02T16:17:22.925" v="1670" actId="26606"/>
          <ac:spMkLst>
            <pc:docMk/>
            <pc:sldMk cId="3932740445" sldId="259"/>
            <ac:spMk id="22" creationId="{EE4E366E-272A-409E-840F-9A6A64A9E3FF}"/>
          </ac:spMkLst>
        </pc:spChg>
        <pc:spChg chg="add del">
          <ac:chgData name="Rolle, Charlton" userId="d29bc65c-fd30-4b0b-b55e-27b3845f3371" providerId="ADAL" clId="{00657C00-5C81-4BC7-9ADB-F237148CF25E}" dt="2025-10-02T16:17:22.925" v="1670" actId="26606"/>
          <ac:spMkLst>
            <pc:docMk/>
            <pc:sldMk cId="3932740445" sldId="259"/>
            <ac:spMk id="24" creationId="{A721560C-E4AB-4287-A29C-3F6916794CB9}"/>
          </ac:spMkLst>
        </pc:spChg>
        <pc:spChg chg="add del">
          <ac:chgData name="Rolle, Charlton" userId="d29bc65c-fd30-4b0b-b55e-27b3845f3371" providerId="ADAL" clId="{00657C00-5C81-4BC7-9ADB-F237148CF25E}" dt="2025-10-02T16:17:22.925" v="1670" actId="26606"/>
          <ac:spMkLst>
            <pc:docMk/>
            <pc:sldMk cId="3932740445" sldId="259"/>
            <ac:spMk id="26" creationId="{DF6CFF07-D953-4F9C-9A0E-E0A6AACB6158}"/>
          </ac:spMkLst>
        </pc:spChg>
        <pc:spChg chg="add del">
          <ac:chgData name="Rolle, Charlton" userId="d29bc65c-fd30-4b0b-b55e-27b3845f3371" providerId="ADAL" clId="{00657C00-5C81-4BC7-9ADB-F237148CF25E}" dt="2025-10-02T16:17:22.925" v="1670" actId="26606"/>
          <ac:spMkLst>
            <pc:docMk/>
            <pc:sldMk cId="3932740445" sldId="259"/>
            <ac:spMk id="28" creationId="{DAA4FEEE-0B5F-41BF-825D-60F9FB089568}"/>
          </ac:spMkLst>
        </pc:spChg>
        <pc:picChg chg="add del mod">
          <ac:chgData name="Rolle, Charlton" userId="d29bc65c-fd30-4b0b-b55e-27b3845f3371" providerId="ADAL" clId="{00657C00-5C81-4BC7-9ADB-F237148CF25E}" dt="2025-10-09T16:44:46.935" v="2520" actId="21"/>
          <ac:picMkLst>
            <pc:docMk/>
            <pc:sldMk cId="3932740445" sldId="259"/>
            <ac:picMk id="4" creationId="{10633125-3C54-ECB9-EAE0-F4F447E11C15}"/>
          </ac:picMkLst>
        </pc:picChg>
        <pc:picChg chg="add del mod">
          <ac:chgData name="Rolle, Charlton" userId="d29bc65c-fd30-4b0b-b55e-27b3845f3371" providerId="ADAL" clId="{00657C00-5C81-4BC7-9ADB-F237148CF25E}" dt="2025-10-09T16:44:05.279" v="2514" actId="21"/>
          <ac:picMkLst>
            <pc:docMk/>
            <pc:sldMk cId="3932740445" sldId="259"/>
            <ac:picMk id="5" creationId="{C5E0A472-E1F4-EF44-958B-E9A3B780E75B}"/>
          </ac:picMkLst>
        </pc:picChg>
        <pc:picChg chg="add del mod">
          <ac:chgData name="Rolle, Charlton" userId="d29bc65c-fd30-4b0b-b55e-27b3845f3371" providerId="ADAL" clId="{00657C00-5C81-4BC7-9ADB-F237148CF25E}" dt="2025-10-09T16:44:45.438" v="2519" actId="21"/>
          <ac:picMkLst>
            <pc:docMk/>
            <pc:sldMk cId="3932740445" sldId="259"/>
            <ac:picMk id="6" creationId="{A92A0EFF-B362-0C2E-F752-9F252AF689AC}"/>
          </ac:picMkLst>
        </pc:picChg>
      </pc:sldChg>
      <pc:sldChg chg="addSp delSp modSp del mod modClrScheme delDesignElem chgLayout">
        <pc:chgData name="Rolle, Charlton" userId="d29bc65c-fd30-4b0b-b55e-27b3845f3371" providerId="ADAL" clId="{00657C00-5C81-4BC7-9ADB-F237148CF25E}" dt="2025-09-11T18:58:32.454" v="1433" actId="2696"/>
        <pc:sldMkLst>
          <pc:docMk/>
          <pc:sldMk cId="330294264" sldId="260"/>
        </pc:sldMkLst>
      </pc:sldChg>
      <pc:sldChg chg="addSp delSp modSp new del mod ord">
        <pc:chgData name="Rolle, Charlton" userId="d29bc65c-fd30-4b0b-b55e-27b3845f3371" providerId="ADAL" clId="{00657C00-5C81-4BC7-9ADB-F237148CF25E}" dt="2025-08-28T18:40:17.295" v="866" actId="2696"/>
        <pc:sldMkLst>
          <pc:docMk/>
          <pc:sldMk cId="1835427641" sldId="261"/>
        </pc:sldMkLst>
      </pc:sldChg>
      <pc:sldChg chg="addSp delSp modSp mod ord setBg modClrScheme chgLayout">
        <pc:chgData name="Rolle, Charlton" userId="d29bc65c-fd30-4b0b-b55e-27b3845f3371" providerId="ADAL" clId="{00657C00-5C81-4BC7-9ADB-F237148CF25E}" dt="2025-10-09T19:12:11.791" v="2773" actId="255"/>
        <pc:sldMkLst>
          <pc:docMk/>
          <pc:sldMk cId="1181326437" sldId="262"/>
        </pc:sldMkLst>
        <pc:spChg chg="mod ord">
          <ac:chgData name="Rolle, Charlton" userId="d29bc65c-fd30-4b0b-b55e-27b3845f3371" providerId="ADAL" clId="{00657C00-5C81-4BC7-9ADB-F237148CF25E}" dt="2025-10-09T19:10:57.614" v="2752"/>
          <ac:spMkLst>
            <pc:docMk/>
            <pc:sldMk cId="1181326437" sldId="262"/>
            <ac:spMk id="2" creationId="{1BF92B2C-52D6-F69A-A52D-4A06CB4D22EA}"/>
          </ac:spMkLst>
        </pc:spChg>
        <pc:spChg chg="add mod ord">
          <ac:chgData name="Rolle, Charlton" userId="d29bc65c-fd30-4b0b-b55e-27b3845f3371" providerId="ADAL" clId="{00657C00-5C81-4BC7-9ADB-F237148CF25E}" dt="2025-10-09T19:12:06.645" v="2772" actId="255"/>
          <ac:spMkLst>
            <pc:docMk/>
            <pc:sldMk cId="1181326437" sldId="262"/>
            <ac:spMk id="3" creationId="{A97880EC-FF44-9781-0F34-F866E2F5E8C9}"/>
          </ac:spMkLst>
        </pc:spChg>
        <pc:spChg chg="mod ord">
          <ac:chgData name="Rolle, Charlton" userId="d29bc65c-fd30-4b0b-b55e-27b3845f3371" providerId="ADAL" clId="{00657C00-5C81-4BC7-9ADB-F237148CF25E}" dt="2025-10-09T19:10:57.614" v="2752"/>
          <ac:spMkLst>
            <pc:docMk/>
            <pc:sldMk cId="1181326437" sldId="262"/>
            <ac:spMk id="5" creationId="{3F2BC19C-D5B6-0953-EF52-980DDE3AE228}"/>
          </ac:spMkLst>
        </pc:spChg>
        <pc:spChg chg="mod ord">
          <ac:chgData name="Rolle, Charlton" userId="d29bc65c-fd30-4b0b-b55e-27b3845f3371" providerId="ADAL" clId="{00657C00-5C81-4BC7-9ADB-F237148CF25E}" dt="2025-10-09T19:10:57.614" v="2752"/>
          <ac:spMkLst>
            <pc:docMk/>
            <pc:sldMk cId="1181326437" sldId="262"/>
            <ac:spMk id="6" creationId="{0F0D4421-E81C-2759-AF7D-62F6F244A379}"/>
          </ac:spMkLst>
        </pc:spChg>
        <pc:spChg chg="mod ord">
          <ac:chgData name="Rolle, Charlton" userId="d29bc65c-fd30-4b0b-b55e-27b3845f3371" providerId="ADAL" clId="{00657C00-5C81-4BC7-9ADB-F237148CF25E}" dt="2025-10-09T19:12:11.791" v="2773" actId="255"/>
          <ac:spMkLst>
            <pc:docMk/>
            <pc:sldMk cId="1181326437" sldId="262"/>
            <ac:spMk id="7" creationId="{C0AFD7F9-701B-B255-BAAC-828AA4740BBF}"/>
          </ac:spMkLst>
        </pc:spChg>
      </pc:sldChg>
      <pc:sldChg chg="addSp modSp mod setBg">
        <pc:chgData name="Rolle, Charlton" userId="d29bc65c-fd30-4b0b-b55e-27b3845f3371" providerId="ADAL" clId="{00657C00-5C81-4BC7-9ADB-F237148CF25E}" dt="2025-10-09T19:11:30.710" v="2761" actId="122"/>
        <pc:sldMkLst>
          <pc:docMk/>
          <pc:sldMk cId="2962397077" sldId="263"/>
        </pc:sldMkLst>
        <pc:spChg chg="mo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2" creationId="{042D8913-A1D3-F23C-AAD6-CF02EC1B2B56}"/>
          </ac:spMkLst>
        </pc:spChg>
        <pc:spChg chg="mod">
          <ac:chgData name="Rolle, Charlton" userId="d29bc65c-fd30-4b0b-b55e-27b3845f3371" providerId="ADAL" clId="{00657C00-5C81-4BC7-9ADB-F237148CF25E}" dt="2025-10-09T19:11:30.710" v="2761" actId="122"/>
          <ac:spMkLst>
            <pc:docMk/>
            <pc:sldMk cId="2962397077" sldId="263"/>
            <ac:spMk id="3" creationId="{EE957509-4862-A271-E8BF-31F0714F02A2}"/>
          </ac:spMkLst>
        </pc:spChg>
        <pc:spChg chg="mod or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4" creationId="{B1EF02F0-A5CF-688B-EE06-FACA7745BBB2}"/>
          </ac:spMkLst>
        </pc:spChg>
        <pc:spChg chg="mo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5" creationId="{CE26A780-4AFF-AAE8-5ED1-0EBC641B7DDE}"/>
          </ac:spMkLst>
        </pc:spChg>
        <pc:spChg chg="mo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6" creationId="{1F8E2223-23B5-D589-D0AA-4BDB7A88E790}"/>
          </ac:spMkLst>
        </pc:spChg>
        <pc:spChg chg="ad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11" creationId="{1A59258C-AAC2-41CD-973C-7439B122A3FF}"/>
          </ac:spMkLst>
        </pc:spChg>
        <pc:spChg chg="ad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13" creationId="{54516B72-0116-42B2-82A2-B11218A36636}"/>
          </ac:spMkLst>
        </pc:spChg>
        <pc:spChg chg="ad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15" creationId="{7CDB507F-21B7-4C27-B0FC-D9C465C6DB44}"/>
          </ac:spMkLst>
        </pc:spChg>
        <pc:spChg chg="add">
          <ac:chgData name="Rolle, Charlton" userId="d29bc65c-fd30-4b0b-b55e-27b3845f3371" providerId="ADAL" clId="{00657C00-5C81-4BC7-9ADB-F237148CF25E}" dt="2025-10-09T19:11:07.472" v="2756" actId="26606"/>
          <ac:spMkLst>
            <pc:docMk/>
            <pc:sldMk cId="2962397077" sldId="263"/>
            <ac:spMk id="17" creationId="{7AB1AE17-B7A3-4363-95CD-25441E2FF1F3}"/>
          </ac:spMkLst>
        </pc:spChg>
      </pc:sldChg>
      <pc:sldChg chg="modSp new mod">
        <pc:chgData name="Rolle, Charlton" userId="d29bc65c-fd30-4b0b-b55e-27b3845f3371" providerId="ADAL" clId="{00657C00-5C81-4BC7-9ADB-F237148CF25E}" dt="2025-10-09T19:10:57.614" v="2752"/>
        <pc:sldMkLst>
          <pc:docMk/>
          <pc:sldMk cId="2645020038" sldId="264"/>
        </pc:sldMkLst>
        <pc:spChg chg="mod">
          <ac:chgData name="Rolle, Charlton" userId="d29bc65c-fd30-4b0b-b55e-27b3845f3371" providerId="ADAL" clId="{00657C00-5C81-4BC7-9ADB-F237148CF25E}" dt="2025-10-09T19:10:57.614" v="2752"/>
          <ac:spMkLst>
            <pc:docMk/>
            <pc:sldMk cId="2645020038" sldId="264"/>
            <ac:spMk id="2" creationId="{BF1A3FF7-FA8D-82BC-69D3-3E5EEF654DD8}"/>
          </ac:spMkLst>
        </pc:spChg>
        <pc:spChg chg="mod">
          <ac:chgData name="Rolle, Charlton" userId="d29bc65c-fd30-4b0b-b55e-27b3845f3371" providerId="ADAL" clId="{00657C00-5C81-4BC7-9ADB-F237148CF25E}" dt="2025-10-09T19:10:57.614" v="2752"/>
          <ac:spMkLst>
            <pc:docMk/>
            <pc:sldMk cId="2645020038" sldId="264"/>
            <ac:spMk id="3" creationId="{8D2B8B01-A691-7041-DE0A-B561DAFDBEFB}"/>
          </ac:spMkLst>
        </pc:spChg>
        <pc:spChg chg="mod">
          <ac:chgData name="Rolle, Charlton" userId="d29bc65c-fd30-4b0b-b55e-27b3845f3371" providerId="ADAL" clId="{00657C00-5C81-4BC7-9ADB-F237148CF25E}" dt="2025-10-09T19:10:57.614" v="2752"/>
          <ac:spMkLst>
            <pc:docMk/>
            <pc:sldMk cId="2645020038" sldId="264"/>
            <ac:spMk id="4" creationId="{F95E187B-00EF-81D7-ACD7-6B23E637A8D1}"/>
          </ac:spMkLst>
        </pc:spChg>
        <pc:spChg chg="mod">
          <ac:chgData name="Rolle, Charlton" userId="d29bc65c-fd30-4b0b-b55e-27b3845f3371" providerId="ADAL" clId="{00657C00-5C81-4BC7-9ADB-F237148CF25E}" dt="2025-10-09T19:10:57.614" v="2752"/>
          <ac:spMkLst>
            <pc:docMk/>
            <pc:sldMk cId="2645020038" sldId="264"/>
            <ac:spMk id="5" creationId="{AC0912AC-4E2D-C88E-C34A-19BBB97D723F}"/>
          </ac:spMkLst>
        </pc:spChg>
        <pc:spChg chg="mod">
          <ac:chgData name="Rolle, Charlton" userId="d29bc65c-fd30-4b0b-b55e-27b3845f3371" providerId="ADAL" clId="{00657C00-5C81-4BC7-9ADB-F237148CF25E}" dt="2025-10-09T19:10:57.614" v="2752"/>
          <ac:spMkLst>
            <pc:docMk/>
            <pc:sldMk cId="2645020038" sldId="264"/>
            <ac:spMk id="6" creationId="{7D116A3E-EE49-64BC-7E46-D2CBD4DFCC27}"/>
          </ac:spMkLst>
        </pc:spChg>
      </pc:sldChg>
      <pc:sldChg chg="new del">
        <pc:chgData name="Rolle, Charlton" userId="d29bc65c-fd30-4b0b-b55e-27b3845f3371" providerId="ADAL" clId="{00657C00-5C81-4BC7-9ADB-F237148CF25E}" dt="2025-10-02T17:22:45.436" v="2509" actId="2696"/>
        <pc:sldMkLst>
          <pc:docMk/>
          <pc:sldMk cId="56488588" sldId="265"/>
        </pc:sldMkLst>
      </pc:sldChg>
    </pc:docChg>
  </pc:docChgLst>
  <pc:docChgLst>
    <pc:chgData name="Rolle, Charlton" userId="S::cr161@email.sc.edu::d29bc65c-fd30-4b0b-b55e-27b3845f3371" providerId="AD" clId="Web-{8B9FF916-C304-6C8B-B3E3-2E7EA2702C5C}"/>
    <pc:docChg chg="modSld">
      <pc:chgData name="Rolle, Charlton" userId="S::cr161@email.sc.edu::d29bc65c-fd30-4b0b-b55e-27b3845f3371" providerId="AD" clId="Web-{8B9FF916-C304-6C8B-B3E3-2E7EA2702C5C}" dt="2025-08-28T16:40:32.257" v="16" actId="20577"/>
      <pc:docMkLst>
        <pc:docMk/>
      </pc:docMkLst>
      <pc:sldChg chg="modSp">
        <pc:chgData name="Rolle, Charlton" userId="S::cr161@email.sc.edu::d29bc65c-fd30-4b0b-b55e-27b3845f3371" providerId="AD" clId="Web-{8B9FF916-C304-6C8B-B3E3-2E7EA2702C5C}" dt="2025-08-28T16:40:32.257" v="16" actId="20577"/>
        <pc:sldMkLst>
          <pc:docMk/>
          <pc:sldMk cId="1181326437" sldId="262"/>
        </pc:sldMkLst>
      </pc:sldChg>
    </pc:docChg>
  </pc:docChgLst>
  <pc:docChgLst>
    <pc:chgData name="Rolle, Charlton" userId="S::cr161@email.sc.edu::d29bc65c-fd30-4b0b-b55e-27b3845f3371" providerId="AD" clId="Web-{4223FCE3-4A72-2EA4-EDA4-96C61D8DDE37}"/>
    <pc:docChg chg="modSld">
      <pc:chgData name="Rolle, Charlton" userId="S::cr161@email.sc.edu::d29bc65c-fd30-4b0b-b55e-27b3845f3371" providerId="AD" clId="Web-{4223FCE3-4A72-2EA4-EDA4-96C61D8DDE37}" dt="2025-08-25T22:19:15.390" v="7" actId="20577"/>
      <pc:docMkLst>
        <pc:docMk/>
      </pc:docMkLst>
      <pc:sldChg chg="modSp">
        <pc:chgData name="Rolle, Charlton" userId="S::cr161@email.sc.edu::d29bc65c-fd30-4b0b-b55e-27b3845f3371" providerId="AD" clId="Web-{4223FCE3-4A72-2EA4-EDA4-96C61D8DDE37}" dt="2025-08-25T22:19:15.390" v="7" actId="20577"/>
        <pc:sldMkLst>
          <pc:docMk/>
          <pc:sldMk cId="33029426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8ABDE-8845-D54C-A4C3-DF00DEE8EFA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818D8-BD25-4C42-9928-533E73430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818D8-BD25-4C42-9928-533E73430A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2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7CA0979-F579-4E9B-A675-1F5ABBFF00DB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31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5827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895F6E-3D02-4292-95D1-C62B3126321B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4272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802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2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3344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0444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831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332BE1-279E-4118-9FE3-7952B079A51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56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2" r:id="rId1"/>
    <p:sldLayoutId id="2147484223" r:id="rId2"/>
    <p:sldLayoutId id="2147484224" r:id="rId3"/>
    <p:sldLayoutId id="2147484225" r:id="rId4"/>
    <p:sldLayoutId id="2147484226" r:id="rId5"/>
    <p:sldLayoutId id="2147484227" r:id="rId6"/>
    <p:sldLayoutId id="2147484228" r:id="rId7"/>
    <p:sldLayoutId id="2147484229" r:id="rId8"/>
    <p:sldLayoutId id="2147484230" r:id="rId9"/>
    <p:sldLayoutId id="2147484231" r:id="rId10"/>
    <p:sldLayoutId id="2147484232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7iAd0p6t9I?si=KTZI0DxkAIb0FofO" TargetMode="External"/><Relationship Id="rId2" Type="http://schemas.openxmlformats.org/officeDocument/2006/relationships/hyperlink" Target="https://www.netlib.org/lapack/lug/node54.html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tes.math.duke.edu/~jdr/2021f-218/materials/week11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3252-E3B6-1208-EA2A-636998BE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800"/>
              <a:t>Update on Fast TDA Project</a:t>
            </a:r>
            <a:br>
              <a:rPr lang="en-US" sz="6800"/>
            </a:br>
            <a:endParaRPr lang="en-US" sz="6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B23CC-0F02-9842-F4E5-73294FF1A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chemeClr val="bg2"/>
                </a:solidFill>
              </a:rPr>
              <a:t>Charlton Rolle </a:t>
            </a:r>
          </a:p>
        </p:txBody>
      </p:sp>
    </p:spTree>
    <p:extLst>
      <p:ext uri="{BB962C8B-B14F-4D97-AF65-F5344CB8AC3E}">
        <p14:creationId xmlns:p14="http://schemas.microsoft.com/office/powerpoint/2010/main" val="417250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A72D-62C0-57CE-FAA7-FC8F4D19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LDL</a:t>
            </a:r>
            <a:r>
              <a:rPr lang="en-US" baseline="30000"/>
              <a:t>T</a:t>
            </a:r>
            <a:r>
              <a:rPr lang="en-US"/>
              <a:t> Factorization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00EAA-997C-888D-D43B-467FB7E8C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1" y="2052214"/>
                <a:ext cx="5965394" cy="4196185"/>
              </a:xfrm>
            </p:spPr>
            <p:txBody>
              <a:bodyPr vert="horz" lIns="91440" tIns="45720" rIns="91440" bIns="45720" rtlCol="0">
                <a:normAutofit fontScale="92500"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LDL</a:t>
                </a:r>
                <a:r>
                  <a:rPr lang="en-US" sz="1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Factorization is an equation of the form: </a:t>
                </a: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𝐿𝐷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 represents the n x n real lower unitriangular.  </a:t>
                </a: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31</m:t>
                            </m:r>
                          </m:e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32</m:t>
                            </m:r>
                          </m:e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𝑠𝑛</m:t>
                            </m:r>
                          </m:e>
                        </m:mr>
                      </m:m>
                    </m:oMath>
                  </m:oMathPara>
                </a14:m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 represents the n x n real diagonal elements.  </a:t>
                </a: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31</m:t>
                            </m:r>
                          </m:e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32</m:t>
                            </m:r>
                          </m:e>
                          <m:e>
                            <m:r>
                              <a:rPr lang="en-US" sz="180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𝑠𝑛</m:t>
                            </m:r>
                          </m:e>
                        </m:mr>
                      </m:m>
                    </m:oMath>
                  </m:oMathPara>
                </a14:m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represents the n x n real upper unitriangular. </a:t>
                </a: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</m:e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r>
                              <a:rPr lang="en-US" sz="18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31</m:t>
                            </m:r>
                          </m:e>
                          <m:e>
                            <m:r>
                              <a:rPr lang="en-US" sz="18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sz="1800" b="0" i="1" kern="100" baseline="-25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32</m:t>
                            </m:r>
                          </m:e>
                          <m:e>
                            <m:r>
                              <a:rPr lang="en-US" sz="1800" b="0" i="1" kern="100">
                                <a:solidFill>
                                  <a:srgbClr val="70AD4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𝑠𝑛</m:t>
                            </m:r>
                          </m:e>
                        </m:mr>
                      </m:m>
                    </m:oMath>
                  </m:oMathPara>
                </a14:m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 calculation of S can be broken down as follows: </a:t>
                </a: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𝐿𝐷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𝐿𝐷𝐿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90000"/>
                  </a:lnSpc>
                  <a:buFont typeface="Wingdings 3" charset="2"/>
                  <a:buChar char=""/>
                </a:pPr>
                <a:endParaRPr lang="en-US" sz="17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00EAA-997C-888D-D43B-467FB7E8C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1" y="2052214"/>
                <a:ext cx="5965394" cy="4196185"/>
              </a:xfrm>
              <a:blipFill>
                <a:blip r:embed="rId4"/>
                <a:stretch>
                  <a:fillRect l="-613" t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77F8344-20EA-E9B9-F97F-DD4C8527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spcAft>
                <a:spcPts val="600"/>
              </a:spcAft>
            </a:pPr>
            <a:endParaRPr lang="en-US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52841B45-67A1-9AC1-D1B6-2293012D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500" b="0" i="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ADEB00FD-0CAC-CCFC-6B74-252D4B84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CC057153-B650-4DEB-B370-79DDCFDCE934}" type="slidenum">
              <a:rPr lang="en-US"/>
              <a:pPr defTabSz="914400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4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2B2C-52D6-F69A-A52D-4A06CB4D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LDL</a:t>
            </a:r>
            <a:r>
              <a:rPr lang="en-US" baseline="30000"/>
              <a:t>T</a:t>
            </a:r>
            <a:r>
              <a:rPr lang="en-US"/>
              <a:t> Factorization </a:t>
            </a:r>
            <a:endParaRPr lang="en-US" sz="4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0AFD7F9-701B-B255-BAAC-828AA4740BB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using the LDL</a:t>
                </a:r>
                <a:r>
                  <a:rPr lang="en-US" sz="4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factorization, we take the symmetric eigenproblem: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𝐶𝑎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S is the scatter matrix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we must compute, PCP = LDL</a:t>
                </a:r>
                <a:r>
                  <a:rPr lang="en-US" sz="4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first thing is to factorize C as: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𝐿𝐷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 represents the lower triangular, and D represents the diagonal elements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Next is to use the transformation: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Pre multiply both sides of </a:t>
                </a:r>
                <a:r>
                  <a:rPr lang="en-US" sz="4800" kern="1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 = </a:t>
                </a:r>
                <a:r>
                  <a:rPr lang="en-US" sz="4800" kern="100" err="1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λCa</a:t>
                </a:r>
                <a:r>
                  <a:rPr lang="en-US" sz="4800" kern="1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L</a:t>
                </a:r>
                <a:r>
                  <a:rPr lang="en-US" sz="4800" kern="100" baseline="300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we get: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𝑆𝑎</m:t>
                          </m:r>
                        </m:e>
                      </m:d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𝐶𝑎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0AFD7F9-701B-B255-BAAC-828AA4740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880EC-FF44-9781-0F34-F866E2F5E8C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Switch C and change it to LDL</a:t>
                </a:r>
                <a:r>
                  <a:rPr lang="en-US" sz="4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𝐿𝐷</m:t>
                          </m:r>
                          <m:sSup>
                            <m:sSupPr>
                              <m:ctrlP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Take the right side of the equation (</a:t>
                </a:r>
                <a14:m>
                  <m:oMath xmlns:m="http://schemas.openxmlformats.org/officeDocument/2006/math">
                    <m:r>
                      <a:rPr lang="en-US" sz="4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sSup>
                      <m:sSupPr>
                        <m:ctrlP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  <m:sSup>
                          <m:sSupPr>
                            <m:ctrlP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sz="4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4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)</m:t>
                    </m:r>
                  </m:oMath>
                </a14:m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perform: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is done to remove the L’s to get a simpler symmetric problem. After this, substitute </a:t>
                </a:r>
                <a:r>
                  <a:rPr lang="en-US" sz="4800" kern="10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4800" kern="100" baseline="3000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800" kern="10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z to get: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𝐷𝑧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Now we get the equation: 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𝑆𝑎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𝐷𝑧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Substitute a = L</a:t>
                </a:r>
                <a:r>
                  <a:rPr lang="en-US" sz="4800" kern="100" baseline="300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4800" kern="100" baseline="3000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800" kern="10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get the standard generalized form:</a:t>
                </a:r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4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𝐷𝑧</m:t>
                      </m:r>
                    </m:oMath>
                  </m:oMathPara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4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𝐷𝑧</m:t>
                      </m:r>
                    </m:oMath>
                  </m:oMathPara>
                </a14:m>
                <a:b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can also be written as: </a:t>
                </a:r>
                <a:b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𝐴𝑧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4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𝐷𝑧</m:t>
                      </m:r>
                    </m:oMath>
                  </m:oMathPara>
                </a14:m>
                <a:b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4800" kern="10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is A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4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ctrlP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4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4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48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880EC-FF44-9781-0F34-F866E2F5E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t="-5537"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BC19C-D5B6-0953-EF52-980DDE3A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5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4421-E81C-2759-AF7D-62F6F244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C057153-B650-4DEB-B370-79DDCFDCE934}" type="slidenum">
              <a:rPr lang="en-US" dirty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2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D8913-A1D3-F23C-AAD6-CF02EC1B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LDL</a:t>
            </a:r>
            <a:r>
              <a:rPr lang="en-US" sz="4600" baseline="30000">
                <a:solidFill>
                  <a:srgbClr val="FFFFFF"/>
                </a:solidFill>
              </a:rPr>
              <a:t>T</a:t>
            </a:r>
            <a:r>
              <a:rPr lang="en-US" sz="4600">
                <a:solidFill>
                  <a:srgbClr val="FFFFFF"/>
                </a:solidFill>
              </a:rPr>
              <a:t> Factorization </a:t>
            </a:r>
            <a:endParaRPr lang="en-US" sz="4600" baseline="300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57509-4862-A271-E8BF-31F0714F0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55769" y="1033390"/>
                <a:ext cx="4855037" cy="4825409"/>
              </a:xfrm>
              <a:ln w="57150">
                <a:noFill/>
              </a:ln>
            </p:spPr>
            <p:txBody>
              <a:bodyPr anchor="ctr">
                <a:normAutofit/>
              </a:bodyPr>
              <a:lstStyle/>
              <a:p>
                <a:pPr marL="0" marR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Next is to normalize by pre-multiplying by D</a:t>
                </a:r>
                <a:r>
                  <a:rPr lang="en-US" sz="1700" kern="100" baseline="300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-1/2</a:t>
                </a: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𝐴𝑧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We then define y = D</a:t>
                </a:r>
                <a:r>
                  <a:rPr lang="en-US" sz="1700" kern="100" baseline="300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1/2</a:t>
                </a: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 and rescale it to z = D</a:t>
                </a:r>
                <a:r>
                  <a:rPr lang="en-US" sz="1700" kern="100" baseline="300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-1/2</a:t>
                </a: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 so D becomes the identify matrix. Then simplify the right side so it becomes: </a:t>
                </a:r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sSup>
                            <m:sSupPr>
                              <m:ctrlP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1700" i="1" kern="10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700" i="1" kern="10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1700" i="1" kern="10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becomes: </a:t>
                </a:r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700" i="1" kern="1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00" i="1" kern="10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we get:</a:t>
                </a:r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700" b="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1700" i="1" kern="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 kern="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700" i="1" kern="10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  <a:p>
                <a:pPr marL="0" marR="0" indent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Then this is done, essentially we remove the D element to make it more standardize and get:</a:t>
                </a:r>
              </a:p>
              <a:p>
                <a:pPr marL="0" marR="0" indent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7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17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700" kern="10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700" b="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700" i="1" kern="1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sz="1700" kern="100">
                  <a:solidFill>
                    <a:schemeClr val="accent2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57509-4862-A271-E8BF-31F0714F0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55769" y="1033390"/>
                <a:ext cx="4855037" cy="4825409"/>
              </a:xfrm>
              <a:blipFill>
                <a:blip r:embed="rId2"/>
                <a:stretch>
                  <a:fillRect l="-753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6A780-4AFF-AAE8-5ED1-0EBC641B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5399279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E4E4E4"/>
                </a:solidFill>
              </a:rPr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02F0-A5CF-688B-EE06-FACA7745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55769" y="5956137"/>
            <a:ext cx="316389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E6C353A2-0FE8-6445-8D13-CB780F146BA5}" type="datetime1">
              <a:rPr lang="en-US">
                <a:solidFill>
                  <a:srgbClr val="3D3D3D"/>
                </a:solidFill>
              </a:rPr>
              <a:pPr algn="l">
                <a:spcAft>
                  <a:spcPts val="600"/>
                </a:spcAft>
              </a:pPr>
              <a:t>10/9/2025</a:t>
            </a:fld>
            <a:endParaRPr lang="en-US">
              <a:solidFill>
                <a:srgbClr val="3D3D3D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E2223-23B5-D589-D0AA-4BDB7A88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>
                <a:solidFill>
                  <a:srgbClr val="3D3D3D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9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3FF7-FA8D-82BC-69D3-3E5EEF65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8B01-A691-7041-DE0A-B561DAFDB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u="sng" kern="10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Generalized Symmetric Definite Eigenproblems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u="sng" kern="10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https://youtu.be/i7iAd0p6t9I?si=KTZI0DxkAIb0FofO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u="sng" kern="10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week11.pdf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187B-00EF-81D7-ACD7-6B23E637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6A2E-1E97-44A4-B6A3-DE2234ACE1BE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912AC-4E2D-C88E-C34A-19BBB97D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16A3E-EE49-64BC-7E46-D2CBD4DF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2003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AD61415BFDE748A5EA131671639D0A" ma:contentTypeVersion="11" ma:contentTypeDescription="Create a new document." ma:contentTypeScope="" ma:versionID="74ccbbf1d7d37e61bfcb413aa1f26b10">
  <xsd:schema xmlns:xsd="http://www.w3.org/2001/XMLSchema" xmlns:xs="http://www.w3.org/2001/XMLSchema" xmlns:p="http://schemas.microsoft.com/office/2006/metadata/properties" xmlns:ns3="a818a29f-7df9-4924-86ca-64c7b4efa39c" targetNamespace="http://schemas.microsoft.com/office/2006/metadata/properties" ma:root="true" ma:fieldsID="8286ab4bdb736affa40df907cef4d0aa" ns3:_="">
    <xsd:import namespace="a818a29f-7df9-4924-86ca-64c7b4efa39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8a29f-7df9-4924-86ca-64c7b4efa39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18a29f-7df9-4924-86ca-64c7b4efa39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048EA6-4D8D-4F21-AE89-4DA03E4A053F}">
  <ds:schemaRefs>
    <ds:schemaRef ds:uri="a818a29f-7df9-4924-86ca-64c7b4efa3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EA3717-42D0-4ABF-90B7-0878B5EDF507}">
  <ds:schemaRefs>
    <ds:schemaRef ds:uri="a818a29f-7df9-4924-86ca-64c7b4efa3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2B8B65-B953-4DCC-8B9A-416C73AABB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Dividend</vt:lpstr>
      <vt:lpstr>Update on Fast TDA Project </vt:lpstr>
      <vt:lpstr>LDLT Factorization </vt:lpstr>
      <vt:lpstr>LDLT Factorization </vt:lpstr>
      <vt:lpstr>LDLT Factorization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 TDA Project Direct Least Ellipse Fitting </dc:title>
  <dc:creator>Rolle, Charlton</dc:creator>
  <cp:revision>1</cp:revision>
  <dcterms:created xsi:type="dcterms:W3CDTF">2025-06-18T18:48:21Z</dcterms:created>
  <dcterms:modified xsi:type="dcterms:W3CDTF">2025-10-09T19:12:14Z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0x01010061AD61415BFDE748A5EA131671639D0A</vt:lpwstr>
  </property>
</Properties>
</file>